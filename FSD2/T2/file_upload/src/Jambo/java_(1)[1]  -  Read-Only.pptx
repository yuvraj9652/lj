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66" r:id="rId3"/>
    <p:sldId id="258" r:id="rId4"/>
    <p:sldId id="313" r:id="rId5"/>
    <p:sldId id="257" r:id="rId6"/>
    <p:sldId id="283" r:id="rId7"/>
    <p:sldId id="260" r:id="rId8"/>
    <p:sldId id="314" r:id="rId9"/>
    <p:sldId id="267" r:id="rId10"/>
    <p:sldId id="264" r:id="rId11"/>
    <p:sldId id="315" r:id="rId12"/>
    <p:sldId id="316" r:id="rId13"/>
    <p:sldId id="317" r:id="rId14"/>
    <p:sldId id="268" r:id="rId15"/>
    <p:sldId id="318" r:id="rId16"/>
    <p:sldId id="270" r:id="rId17"/>
    <p:sldId id="319" r:id="rId18"/>
    <p:sldId id="272" r:id="rId19"/>
  </p:sldIdLst>
  <p:sldSz cx="9144000" cy="5143500" type="screen16x9"/>
  <p:notesSz cx="6858000" cy="9144000"/>
  <p:embeddedFontLst>
    <p:embeddedFont>
      <p:font typeface="Jaldi" panose="020B0604020202020204" charset="0"/>
      <p:regular r:id="rId21"/>
      <p:bold r:id="rId22"/>
    </p:embeddedFont>
    <p:embeddedFont>
      <p:font typeface="Livvic" panose="020F0502020204030204" pitchFamily="2" charset="0"/>
      <p:regular r:id="rId23"/>
      <p:bold r:id="rId24"/>
      <p:italic r:id="rId25"/>
      <p:boldItalic r:id="rId26"/>
    </p:embeddedFont>
    <p:embeddedFont>
      <p:font typeface="Oswald" panose="00000500000000000000" pitchFamily="2" charset="0"/>
      <p:regular r:id="rId27"/>
      <p:bold r:id="rId28"/>
    </p:embeddedFon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oboto Condensed Light" panose="020F0502020204030204" pitchFamily="2" charset="0"/>
      <p:regular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605344-81FD-4FF4-9F38-AABE2C096AC4}">
  <a:tblStyle styleId="{8C605344-81FD-4FF4-9F38-AABE2C096A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41" autoAdjust="0"/>
  </p:normalViewPr>
  <p:slideViewPr>
    <p:cSldViewPr snapToGrid="0">
      <p:cViewPr varScale="1">
        <p:scale>
          <a:sx n="102" d="100"/>
          <a:sy n="102" d="100"/>
        </p:scale>
        <p:origin x="8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8b8ed53e2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8b8ed53e2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c1997cbf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c1997cbf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8c1997cbfd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8c1997cbfd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8c1997cbf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8c1997cbf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8c1997cbf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8c1997cbf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8D6F8FBD-7945-82D9-B8B8-8546F26C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>
            <a:extLst>
              <a:ext uri="{FF2B5EF4-FFF2-40B4-BE49-F238E27FC236}">
                <a16:creationId xmlns:a16="http://schemas.microsoft.com/office/drawing/2014/main" id="{5CF23E45-C744-B998-60FA-0D8BCE1B3D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>
            <a:extLst>
              <a:ext uri="{FF2B5EF4-FFF2-40B4-BE49-F238E27FC236}">
                <a16:creationId xmlns:a16="http://schemas.microsoft.com/office/drawing/2014/main" id="{2E53B30E-9E2D-68BA-8869-B1F33B53B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070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E31DE067-7117-A7BB-7FEA-4C275C52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>
            <a:extLst>
              <a:ext uri="{FF2B5EF4-FFF2-40B4-BE49-F238E27FC236}">
                <a16:creationId xmlns:a16="http://schemas.microsoft.com/office/drawing/2014/main" id="{2654133F-29FE-BFD9-F950-3365F5914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>
            <a:extLst>
              <a:ext uri="{FF2B5EF4-FFF2-40B4-BE49-F238E27FC236}">
                <a16:creationId xmlns:a16="http://schemas.microsoft.com/office/drawing/2014/main" id="{247C3E82-7973-39AD-0C03-57E4FA07F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096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>
          <a:extLst>
            <a:ext uri="{FF2B5EF4-FFF2-40B4-BE49-F238E27FC236}">
              <a16:creationId xmlns:a16="http://schemas.microsoft.com/office/drawing/2014/main" id="{07B48581-8131-32D4-D56C-DD1BBEE6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93be0b7465_0_42:notes">
            <a:extLst>
              <a:ext uri="{FF2B5EF4-FFF2-40B4-BE49-F238E27FC236}">
                <a16:creationId xmlns:a16="http://schemas.microsoft.com/office/drawing/2014/main" id="{F3D6789B-972A-E303-D2DF-8F21AF4A2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93be0b7465_0_42:notes">
            <a:extLst>
              <a:ext uri="{FF2B5EF4-FFF2-40B4-BE49-F238E27FC236}">
                <a16:creationId xmlns:a16="http://schemas.microsoft.com/office/drawing/2014/main" id="{F9BCDAF9-D77F-C7BD-2018-013F9F98F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752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8c1997cbf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8c1997cbfd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>
          <a:extLst>
            <a:ext uri="{FF2B5EF4-FFF2-40B4-BE49-F238E27FC236}">
              <a16:creationId xmlns:a16="http://schemas.microsoft.com/office/drawing/2014/main" id="{3C6A631A-8288-BE0C-2A45-94FB6E19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8c1997cbfd_0_224:notes">
            <a:extLst>
              <a:ext uri="{FF2B5EF4-FFF2-40B4-BE49-F238E27FC236}">
                <a16:creationId xmlns:a16="http://schemas.microsoft.com/office/drawing/2014/main" id="{E2C12532-AC9A-9C59-9CF8-CA7DED02A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8c1997cbfd_0_224:notes">
            <a:extLst>
              <a:ext uri="{FF2B5EF4-FFF2-40B4-BE49-F238E27FC236}">
                <a16:creationId xmlns:a16="http://schemas.microsoft.com/office/drawing/2014/main" id="{3D81F8E2-8662-B443-0FBC-F03884FA8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5298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c1997cbf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c1997cbf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>
          <a:extLst>
            <a:ext uri="{FF2B5EF4-FFF2-40B4-BE49-F238E27FC236}">
              <a16:creationId xmlns:a16="http://schemas.microsoft.com/office/drawing/2014/main" id="{EA2906F2-5ABF-0C9E-2589-EDC3AB60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c1997cbfd_0_248:notes">
            <a:extLst>
              <a:ext uri="{FF2B5EF4-FFF2-40B4-BE49-F238E27FC236}">
                <a16:creationId xmlns:a16="http://schemas.microsoft.com/office/drawing/2014/main" id="{97DA5688-0F84-1A93-88E2-86FBFD6AC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c1997cbfd_0_248:notes">
            <a:extLst>
              <a:ext uri="{FF2B5EF4-FFF2-40B4-BE49-F238E27FC236}">
                <a16:creationId xmlns:a16="http://schemas.microsoft.com/office/drawing/2014/main" id="{7B593F28-571E-922C-2EE0-AB77DC1AF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085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d0aeb9a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d0aeb9a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67" name="Google Shape;67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3" name="Google Shape;73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body" idx="1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body" idx="2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3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29" name="Google Shape;129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35" name="Google Shape;135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2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subTitle" idx="4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5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16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>
            <a:spLocks noGrp="1"/>
          </p:cNvSpPr>
          <p:nvPr>
            <p:ph type="subTitle" idx="1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2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3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4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1"/>
          <p:cNvSpPr txBox="1">
            <a:spLocks noGrp="1"/>
          </p:cNvSpPr>
          <p:nvPr>
            <p:ph type="subTitle" idx="5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1"/>
          <p:cNvSpPr txBox="1">
            <a:spLocks noGrp="1"/>
          </p:cNvSpPr>
          <p:nvPr>
            <p:ph type="subTitle" idx="6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32101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subTitle" idx="7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8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9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13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14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5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8" r:id="rId7"/>
    <p:sldLayoutId id="2147483660" r:id="rId8"/>
    <p:sldLayoutId id="2147483662" r:id="rId9"/>
    <p:sldLayoutId id="2147483666" r:id="rId10"/>
    <p:sldLayoutId id="2147483667" r:id="rId11"/>
    <p:sldLayoutId id="2147483669" r:id="rId12"/>
    <p:sldLayoutId id="214748367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ctrTitle"/>
          </p:nvPr>
        </p:nvSpPr>
        <p:spPr>
          <a:xfrm>
            <a:off x="580066" y="1940472"/>
            <a:ext cx="4079700" cy="9343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Cricket Verse</a:t>
            </a:r>
            <a:endParaRPr sz="5400" dirty="0"/>
          </a:p>
        </p:txBody>
      </p:sp>
      <p:sp>
        <p:nvSpPr>
          <p:cNvPr id="479" name="Google Shape;479;p27"/>
          <p:cNvSpPr/>
          <p:nvPr/>
        </p:nvSpPr>
        <p:spPr>
          <a:xfrm>
            <a:off x="5827391" y="2727835"/>
            <a:ext cx="2584558" cy="1618980"/>
          </a:xfrm>
          <a:custGeom>
            <a:avLst/>
            <a:gdLst/>
            <a:ahLst/>
            <a:cxnLst/>
            <a:rect l="l" t="t" r="r" b="b"/>
            <a:pathLst>
              <a:path w="98572" h="61746" extrusionOk="0">
                <a:moveTo>
                  <a:pt x="5705" y="1"/>
                </a:moveTo>
                <a:cubicBezTo>
                  <a:pt x="2569" y="1"/>
                  <a:pt x="1" y="2536"/>
                  <a:pt x="1" y="5672"/>
                </a:cubicBezTo>
                <a:lnTo>
                  <a:pt x="1" y="56074"/>
                </a:lnTo>
                <a:cubicBezTo>
                  <a:pt x="1" y="59210"/>
                  <a:pt x="2569" y="61745"/>
                  <a:pt x="5705" y="61745"/>
                </a:cubicBezTo>
                <a:lnTo>
                  <a:pt x="92867" y="61745"/>
                </a:lnTo>
                <a:cubicBezTo>
                  <a:pt x="96003" y="61745"/>
                  <a:pt x="98571" y="59210"/>
                  <a:pt x="98571" y="56074"/>
                </a:cubicBezTo>
                <a:lnTo>
                  <a:pt x="98571" y="5672"/>
                </a:lnTo>
                <a:cubicBezTo>
                  <a:pt x="98571" y="2536"/>
                  <a:pt x="96003" y="1"/>
                  <a:pt x="92867" y="1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6036442" y="2901883"/>
            <a:ext cx="2166454" cy="938519"/>
          </a:xfrm>
          <a:custGeom>
            <a:avLst/>
            <a:gdLst/>
            <a:ahLst/>
            <a:cxnLst/>
            <a:rect l="l" t="t" r="r" b="b"/>
            <a:pathLst>
              <a:path w="82626" h="35794" extrusionOk="0">
                <a:moveTo>
                  <a:pt x="2002" y="1"/>
                </a:moveTo>
                <a:cubicBezTo>
                  <a:pt x="901" y="1"/>
                  <a:pt x="0" y="868"/>
                  <a:pt x="0" y="2002"/>
                </a:cubicBezTo>
                <a:lnTo>
                  <a:pt x="0" y="33792"/>
                </a:lnTo>
                <a:cubicBezTo>
                  <a:pt x="0" y="34893"/>
                  <a:pt x="901" y="35793"/>
                  <a:pt x="2002" y="35793"/>
                </a:cubicBezTo>
                <a:lnTo>
                  <a:pt x="80624" y="35793"/>
                </a:lnTo>
                <a:cubicBezTo>
                  <a:pt x="81725" y="35793"/>
                  <a:pt x="82626" y="34893"/>
                  <a:pt x="82626" y="33792"/>
                </a:cubicBezTo>
                <a:lnTo>
                  <a:pt x="82626" y="2002"/>
                </a:lnTo>
                <a:cubicBezTo>
                  <a:pt x="82626" y="868"/>
                  <a:pt x="81725" y="1"/>
                  <a:pt x="80624" y="1"/>
                </a:cubicBezTo>
                <a:close/>
              </a:path>
            </a:pathLst>
          </a:custGeom>
          <a:solidFill>
            <a:srgbClr val="BEC0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6804345" y="351587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8"/>
                  <a:pt x="4804" y="501"/>
                </a:cubicBezTo>
                <a:lnTo>
                  <a:pt x="4804" y="401"/>
                </a:lnTo>
                <a:cubicBezTo>
                  <a:pt x="4804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6804345" y="3204513"/>
            <a:ext cx="125987" cy="13136"/>
          </a:xfrm>
          <a:custGeom>
            <a:avLst/>
            <a:gdLst/>
            <a:ahLst/>
            <a:cxnLst/>
            <a:rect l="l" t="t" r="r" b="b"/>
            <a:pathLst>
              <a:path w="4805" h="501" extrusionOk="0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6804345" y="3061064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804345" y="3360207"/>
            <a:ext cx="125987" cy="12271"/>
          </a:xfrm>
          <a:custGeom>
            <a:avLst/>
            <a:gdLst/>
            <a:ahLst/>
            <a:cxnLst/>
            <a:rect l="l" t="t" r="r" b="b"/>
            <a:pathLst>
              <a:path w="4805" h="468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467"/>
                </a:cubicBezTo>
                <a:lnTo>
                  <a:pt x="4804" y="400"/>
                </a:lnTo>
                <a:cubicBezTo>
                  <a:pt x="4804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6288337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6804345" y="296748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4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6288337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6116020" y="3204513"/>
            <a:ext cx="299144" cy="13136"/>
          </a:xfrm>
          <a:custGeom>
            <a:avLst/>
            <a:gdLst/>
            <a:ahLst/>
            <a:cxnLst/>
            <a:rect l="l" t="t" r="r" b="b"/>
            <a:pathLst>
              <a:path w="11409" h="501" extrusionOk="0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6288337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6288337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6288337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7147196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7147196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147196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697577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697577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6975771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7147196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697577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697577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7147196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34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6804345" y="3671568"/>
            <a:ext cx="814315" cy="13136"/>
          </a:xfrm>
          <a:custGeom>
            <a:avLst/>
            <a:gdLst/>
            <a:ahLst/>
            <a:cxnLst/>
            <a:rect l="l" t="t" r="r" b="b"/>
            <a:pathLst>
              <a:path w="31057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30623" y="67"/>
                </a:lnTo>
                <a:cubicBezTo>
                  <a:pt x="30856" y="67"/>
                  <a:pt x="31056" y="267"/>
                  <a:pt x="31056" y="501"/>
                </a:cubicBezTo>
                <a:lnTo>
                  <a:pt x="31056" y="401"/>
                </a:lnTo>
                <a:cubicBezTo>
                  <a:pt x="31056" y="167"/>
                  <a:pt x="30856" y="0"/>
                  <a:pt x="3062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6632054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6459763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6632054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459763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6459763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459763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6459763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6459763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6632054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6632054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6632054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6632054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6792100" y="3891973"/>
            <a:ext cx="649889" cy="380478"/>
          </a:xfrm>
          <a:custGeom>
            <a:avLst/>
            <a:gdLst/>
            <a:ahLst/>
            <a:cxnLst/>
            <a:rect l="l" t="t" r="r" b="b"/>
            <a:pathLst>
              <a:path w="24786" h="14511" extrusionOk="0">
                <a:moveTo>
                  <a:pt x="2002" y="0"/>
                </a:moveTo>
                <a:cubicBezTo>
                  <a:pt x="901" y="0"/>
                  <a:pt x="1" y="901"/>
                  <a:pt x="1" y="2002"/>
                </a:cubicBezTo>
                <a:lnTo>
                  <a:pt x="1" y="12509"/>
                </a:lnTo>
                <a:cubicBezTo>
                  <a:pt x="1" y="13610"/>
                  <a:pt x="901" y="14511"/>
                  <a:pt x="2002" y="14511"/>
                </a:cubicBezTo>
                <a:lnTo>
                  <a:pt x="22784" y="14511"/>
                </a:lnTo>
                <a:cubicBezTo>
                  <a:pt x="23884" y="14511"/>
                  <a:pt x="24785" y="13610"/>
                  <a:pt x="24785" y="12509"/>
                </a:cubicBezTo>
                <a:lnTo>
                  <a:pt x="24785" y="2002"/>
                </a:lnTo>
                <a:cubicBezTo>
                  <a:pt x="24785" y="901"/>
                  <a:pt x="23884" y="0"/>
                  <a:pt x="22784" y="0"/>
                </a:cubicBezTo>
                <a:close/>
              </a:path>
            </a:pathLst>
          </a:custGeom>
          <a:solidFill>
            <a:srgbClr val="C1B7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6116020" y="2967485"/>
            <a:ext cx="2017786" cy="822181"/>
          </a:xfrm>
          <a:custGeom>
            <a:avLst/>
            <a:gdLst/>
            <a:ahLst/>
            <a:cxnLst/>
            <a:rect l="l" t="t" r="r" b="b"/>
            <a:pathLst>
              <a:path w="76956" h="31357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2369"/>
                </a:lnTo>
                <a:cubicBezTo>
                  <a:pt x="1" y="2603"/>
                  <a:pt x="201" y="2769"/>
                  <a:pt x="434" y="2769"/>
                </a:cubicBezTo>
                <a:lnTo>
                  <a:pt x="4437" y="2769"/>
                </a:lnTo>
                <a:cubicBezTo>
                  <a:pt x="4671" y="2769"/>
                  <a:pt x="4837" y="2603"/>
                  <a:pt x="4837" y="2369"/>
                </a:cubicBezTo>
                <a:lnTo>
                  <a:pt x="4837" y="434"/>
                </a:lnTo>
                <a:cubicBezTo>
                  <a:pt x="4837" y="201"/>
                  <a:pt x="4671" y="1"/>
                  <a:pt x="4437" y="1"/>
                </a:cubicBezTo>
                <a:close/>
                <a:moveTo>
                  <a:pt x="6972" y="1"/>
                </a:moveTo>
                <a:cubicBezTo>
                  <a:pt x="6739" y="1"/>
                  <a:pt x="6572" y="201"/>
                  <a:pt x="6572" y="434"/>
                </a:cubicBezTo>
                <a:lnTo>
                  <a:pt x="6572" y="2369"/>
                </a:lnTo>
                <a:cubicBezTo>
                  <a:pt x="6572" y="2603"/>
                  <a:pt x="6739" y="2769"/>
                  <a:pt x="6972" y="2769"/>
                </a:cubicBezTo>
                <a:lnTo>
                  <a:pt x="10975" y="2769"/>
                </a:lnTo>
                <a:cubicBezTo>
                  <a:pt x="11209" y="2769"/>
                  <a:pt x="11409" y="2603"/>
                  <a:pt x="11409" y="2369"/>
                </a:cubicBezTo>
                <a:lnTo>
                  <a:pt x="11409" y="434"/>
                </a:lnTo>
                <a:cubicBezTo>
                  <a:pt x="11409" y="201"/>
                  <a:pt x="11209" y="1"/>
                  <a:pt x="10975" y="1"/>
                </a:cubicBezTo>
                <a:close/>
                <a:moveTo>
                  <a:pt x="13544" y="1"/>
                </a:moveTo>
                <a:cubicBezTo>
                  <a:pt x="13310" y="1"/>
                  <a:pt x="13110" y="201"/>
                  <a:pt x="13110" y="434"/>
                </a:cubicBezTo>
                <a:lnTo>
                  <a:pt x="13110" y="2369"/>
                </a:lnTo>
                <a:cubicBezTo>
                  <a:pt x="13110" y="2603"/>
                  <a:pt x="13310" y="2769"/>
                  <a:pt x="13544" y="2769"/>
                </a:cubicBezTo>
                <a:lnTo>
                  <a:pt x="17547" y="2769"/>
                </a:lnTo>
                <a:cubicBezTo>
                  <a:pt x="17780" y="2769"/>
                  <a:pt x="17947" y="2603"/>
                  <a:pt x="17947" y="2369"/>
                </a:cubicBezTo>
                <a:lnTo>
                  <a:pt x="17947" y="434"/>
                </a:lnTo>
                <a:cubicBezTo>
                  <a:pt x="17947" y="201"/>
                  <a:pt x="17780" y="1"/>
                  <a:pt x="17547" y="1"/>
                </a:cubicBezTo>
                <a:close/>
                <a:moveTo>
                  <a:pt x="20082" y="1"/>
                </a:moveTo>
                <a:cubicBezTo>
                  <a:pt x="19882" y="1"/>
                  <a:pt x="19681" y="201"/>
                  <a:pt x="19681" y="434"/>
                </a:cubicBezTo>
                <a:lnTo>
                  <a:pt x="19681" y="2369"/>
                </a:lnTo>
                <a:cubicBezTo>
                  <a:pt x="19681" y="2603"/>
                  <a:pt x="19882" y="2769"/>
                  <a:pt x="20082" y="2769"/>
                </a:cubicBezTo>
                <a:lnTo>
                  <a:pt x="24085" y="2769"/>
                </a:lnTo>
                <a:cubicBezTo>
                  <a:pt x="24318" y="2769"/>
                  <a:pt x="24518" y="2603"/>
                  <a:pt x="24518" y="2369"/>
                </a:cubicBezTo>
                <a:lnTo>
                  <a:pt x="24518" y="434"/>
                </a:lnTo>
                <a:cubicBezTo>
                  <a:pt x="24518" y="201"/>
                  <a:pt x="24318" y="1"/>
                  <a:pt x="24085" y="1"/>
                </a:cubicBezTo>
                <a:close/>
                <a:moveTo>
                  <a:pt x="26653" y="1"/>
                </a:moveTo>
                <a:cubicBezTo>
                  <a:pt x="26420" y="1"/>
                  <a:pt x="26253" y="201"/>
                  <a:pt x="26253" y="434"/>
                </a:cubicBezTo>
                <a:lnTo>
                  <a:pt x="26253" y="2369"/>
                </a:lnTo>
                <a:cubicBezTo>
                  <a:pt x="26253" y="2603"/>
                  <a:pt x="26420" y="2769"/>
                  <a:pt x="26653" y="2769"/>
                </a:cubicBezTo>
                <a:lnTo>
                  <a:pt x="30656" y="2769"/>
                </a:lnTo>
                <a:cubicBezTo>
                  <a:pt x="30889" y="2769"/>
                  <a:pt x="31056" y="2603"/>
                  <a:pt x="31056" y="2369"/>
                </a:cubicBezTo>
                <a:lnTo>
                  <a:pt x="31056" y="434"/>
                </a:lnTo>
                <a:cubicBezTo>
                  <a:pt x="31056" y="201"/>
                  <a:pt x="30889" y="1"/>
                  <a:pt x="30656" y="1"/>
                </a:cubicBezTo>
                <a:close/>
                <a:moveTo>
                  <a:pt x="33224" y="1"/>
                </a:moveTo>
                <a:cubicBezTo>
                  <a:pt x="32991" y="1"/>
                  <a:pt x="32791" y="201"/>
                  <a:pt x="32791" y="434"/>
                </a:cubicBezTo>
                <a:lnTo>
                  <a:pt x="32791" y="2369"/>
                </a:lnTo>
                <a:cubicBezTo>
                  <a:pt x="32791" y="2603"/>
                  <a:pt x="32991" y="2769"/>
                  <a:pt x="33224" y="2769"/>
                </a:cubicBezTo>
                <a:lnTo>
                  <a:pt x="37194" y="2769"/>
                </a:lnTo>
                <a:cubicBezTo>
                  <a:pt x="37427" y="2769"/>
                  <a:pt x="37628" y="2603"/>
                  <a:pt x="37628" y="2369"/>
                </a:cubicBezTo>
                <a:lnTo>
                  <a:pt x="37628" y="434"/>
                </a:lnTo>
                <a:cubicBezTo>
                  <a:pt x="37628" y="201"/>
                  <a:pt x="37427" y="1"/>
                  <a:pt x="37194" y="1"/>
                </a:cubicBezTo>
                <a:close/>
                <a:moveTo>
                  <a:pt x="39762" y="1"/>
                </a:moveTo>
                <a:cubicBezTo>
                  <a:pt x="39529" y="1"/>
                  <a:pt x="39329" y="201"/>
                  <a:pt x="39329" y="434"/>
                </a:cubicBezTo>
                <a:lnTo>
                  <a:pt x="39329" y="2369"/>
                </a:lnTo>
                <a:cubicBezTo>
                  <a:pt x="39362" y="2603"/>
                  <a:pt x="39529" y="2769"/>
                  <a:pt x="39762" y="2769"/>
                </a:cubicBezTo>
                <a:lnTo>
                  <a:pt x="43765" y="2769"/>
                </a:lnTo>
                <a:cubicBezTo>
                  <a:pt x="43999" y="2769"/>
                  <a:pt x="44166" y="2603"/>
                  <a:pt x="44166" y="2369"/>
                </a:cubicBezTo>
                <a:lnTo>
                  <a:pt x="44166" y="434"/>
                </a:lnTo>
                <a:cubicBezTo>
                  <a:pt x="44166" y="201"/>
                  <a:pt x="43999" y="1"/>
                  <a:pt x="43765" y="1"/>
                </a:cubicBezTo>
                <a:close/>
                <a:moveTo>
                  <a:pt x="46334" y="1"/>
                </a:moveTo>
                <a:cubicBezTo>
                  <a:pt x="46100" y="1"/>
                  <a:pt x="45900" y="201"/>
                  <a:pt x="45900" y="434"/>
                </a:cubicBezTo>
                <a:lnTo>
                  <a:pt x="45900" y="2369"/>
                </a:lnTo>
                <a:cubicBezTo>
                  <a:pt x="45900" y="2603"/>
                  <a:pt x="46100" y="2769"/>
                  <a:pt x="46334" y="2769"/>
                </a:cubicBezTo>
                <a:lnTo>
                  <a:pt x="50337" y="2769"/>
                </a:lnTo>
                <a:cubicBezTo>
                  <a:pt x="50537" y="2769"/>
                  <a:pt x="50737" y="2603"/>
                  <a:pt x="50737" y="2369"/>
                </a:cubicBezTo>
                <a:lnTo>
                  <a:pt x="50737" y="434"/>
                </a:lnTo>
                <a:cubicBezTo>
                  <a:pt x="50737" y="201"/>
                  <a:pt x="50537" y="1"/>
                  <a:pt x="50337" y="1"/>
                </a:cubicBezTo>
                <a:close/>
                <a:moveTo>
                  <a:pt x="52872" y="1"/>
                </a:moveTo>
                <a:cubicBezTo>
                  <a:pt x="52638" y="1"/>
                  <a:pt x="52471" y="201"/>
                  <a:pt x="52471" y="434"/>
                </a:cubicBezTo>
                <a:lnTo>
                  <a:pt x="52471" y="2369"/>
                </a:lnTo>
                <a:cubicBezTo>
                  <a:pt x="52471" y="2603"/>
                  <a:pt x="52638" y="2769"/>
                  <a:pt x="52872" y="2769"/>
                </a:cubicBezTo>
                <a:lnTo>
                  <a:pt x="56875" y="2769"/>
                </a:lnTo>
                <a:cubicBezTo>
                  <a:pt x="57108" y="2769"/>
                  <a:pt x="57308" y="2603"/>
                  <a:pt x="57308" y="2369"/>
                </a:cubicBezTo>
                <a:lnTo>
                  <a:pt x="57308" y="434"/>
                </a:lnTo>
                <a:cubicBezTo>
                  <a:pt x="57308" y="201"/>
                  <a:pt x="57108" y="1"/>
                  <a:pt x="56875" y="1"/>
                </a:cubicBezTo>
                <a:close/>
                <a:moveTo>
                  <a:pt x="59443" y="1"/>
                </a:moveTo>
                <a:cubicBezTo>
                  <a:pt x="59210" y="1"/>
                  <a:pt x="59009" y="201"/>
                  <a:pt x="59009" y="434"/>
                </a:cubicBezTo>
                <a:lnTo>
                  <a:pt x="59009" y="2369"/>
                </a:lnTo>
                <a:cubicBezTo>
                  <a:pt x="59009" y="2603"/>
                  <a:pt x="59210" y="2769"/>
                  <a:pt x="59443" y="2769"/>
                </a:cubicBezTo>
                <a:lnTo>
                  <a:pt x="63446" y="2769"/>
                </a:lnTo>
                <a:cubicBezTo>
                  <a:pt x="63646" y="2769"/>
                  <a:pt x="63846" y="2603"/>
                  <a:pt x="63846" y="2369"/>
                </a:cubicBezTo>
                <a:lnTo>
                  <a:pt x="63846" y="434"/>
                </a:lnTo>
                <a:cubicBezTo>
                  <a:pt x="63846" y="201"/>
                  <a:pt x="63646" y="1"/>
                  <a:pt x="63446" y="1"/>
                </a:cubicBezTo>
                <a:close/>
                <a:moveTo>
                  <a:pt x="65981" y="1"/>
                </a:moveTo>
                <a:cubicBezTo>
                  <a:pt x="65748" y="1"/>
                  <a:pt x="65581" y="201"/>
                  <a:pt x="65581" y="434"/>
                </a:cubicBezTo>
                <a:lnTo>
                  <a:pt x="65581" y="2369"/>
                </a:lnTo>
                <a:cubicBezTo>
                  <a:pt x="65581" y="2603"/>
                  <a:pt x="65748" y="2769"/>
                  <a:pt x="65981" y="2769"/>
                </a:cubicBezTo>
                <a:lnTo>
                  <a:pt x="69984" y="2769"/>
                </a:lnTo>
                <a:cubicBezTo>
                  <a:pt x="70217" y="2769"/>
                  <a:pt x="70418" y="2603"/>
                  <a:pt x="70418" y="2369"/>
                </a:cubicBezTo>
                <a:lnTo>
                  <a:pt x="70418" y="434"/>
                </a:lnTo>
                <a:cubicBezTo>
                  <a:pt x="70418" y="201"/>
                  <a:pt x="70217" y="1"/>
                  <a:pt x="69984" y="1"/>
                </a:cubicBezTo>
                <a:close/>
                <a:moveTo>
                  <a:pt x="72552" y="1"/>
                </a:moveTo>
                <a:cubicBezTo>
                  <a:pt x="72319" y="1"/>
                  <a:pt x="72119" y="201"/>
                  <a:pt x="72119" y="434"/>
                </a:cubicBezTo>
                <a:lnTo>
                  <a:pt x="72119" y="2369"/>
                </a:lnTo>
                <a:cubicBezTo>
                  <a:pt x="72119" y="2603"/>
                  <a:pt x="72319" y="2769"/>
                  <a:pt x="72552" y="2769"/>
                </a:cubicBezTo>
                <a:lnTo>
                  <a:pt x="76555" y="2769"/>
                </a:lnTo>
                <a:cubicBezTo>
                  <a:pt x="76789" y="2769"/>
                  <a:pt x="76956" y="2603"/>
                  <a:pt x="76956" y="2369"/>
                </a:cubicBezTo>
                <a:lnTo>
                  <a:pt x="76956" y="434"/>
                </a:lnTo>
                <a:cubicBezTo>
                  <a:pt x="76956" y="201"/>
                  <a:pt x="76789" y="1"/>
                  <a:pt x="76555" y="1"/>
                </a:cubicBezTo>
                <a:close/>
                <a:moveTo>
                  <a:pt x="434" y="3570"/>
                </a:moveTo>
                <a:cubicBezTo>
                  <a:pt x="201" y="3570"/>
                  <a:pt x="1" y="3770"/>
                  <a:pt x="1" y="4004"/>
                </a:cubicBezTo>
                <a:lnTo>
                  <a:pt x="1" y="7673"/>
                </a:lnTo>
                <a:cubicBezTo>
                  <a:pt x="1" y="7906"/>
                  <a:pt x="201" y="8073"/>
                  <a:pt x="434" y="8073"/>
                </a:cubicBezTo>
                <a:lnTo>
                  <a:pt x="4437" y="8073"/>
                </a:lnTo>
                <a:cubicBezTo>
                  <a:pt x="4671" y="8073"/>
                  <a:pt x="4837" y="7906"/>
                  <a:pt x="4837" y="7673"/>
                </a:cubicBezTo>
                <a:lnTo>
                  <a:pt x="4837" y="4004"/>
                </a:lnTo>
                <a:cubicBezTo>
                  <a:pt x="4837" y="3770"/>
                  <a:pt x="4671" y="3570"/>
                  <a:pt x="4437" y="3570"/>
                </a:cubicBezTo>
                <a:close/>
                <a:moveTo>
                  <a:pt x="6972" y="3570"/>
                </a:moveTo>
                <a:cubicBezTo>
                  <a:pt x="6739" y="3570"/>
                  <a:pt x="6572" y="3770"/>
                  <a:pt x="6572" y="4004"/>
                </a:cubicBezTo>
                <a:lnTo>
                  <a:pt x="6572" y="7673"/>
                </a:lnTo>
                <a:cubicBezTo>
                  <a:pt x="6572" y="7906"/>
                  <a:pt x="6739" y="8073"/>
                  <a:pt x="6972" y="8073"/>
                </a:cubicBezTo>
                <a:lnTo>
                  <a:pt x="10975" y="8073"/>
                </a:lnTo>
                <a:cubicBezTo>
                  <a:pt x="11209" y="8073"/>
                  <a:pt x="11409" y="7906"/>
                  <a:pt x="11409" y="7673"/>
                </a:cubicBezTo>
                <a:lnTo>
                  <a:pt x="11409" y="4004"/>
                </a:lnTo>
                <a:cubicBezTo>
                  <a:pt x="11409" y="3770"/>
                  <a:pt x="11209" y="3570"/>
                  <a:pt x="10975" y="3570"/>
                </a:cubicBezTo>
                <a:close/>
                <a:moveTo>
                  <a:pt x="13544" y="3570"/>
                </a:moveTo>
                <a:cubicBezTo>
                  <a:pt x="13310" y="3570"/>
                  <a:pt x="13110" y="3770"/>
                  <a:pt x="13110" y="4004"/>
                </a:cubicBezTo>
                <a:lnTo>
                  <a:pt x="13110" y="7673"/>
                </a:lnTo>
                <a:cubicBezTo>
                  <a:pt x="13110" y="7906"/>
                  <a:pt x="13310" y="8073"/>
                  <a:pt x="13544" y="8073"/>
                </a:cubicBezTo>
                <a:lnTo>
                  <a:pt x="17547" y="8073"/>
                </a:lnTo>
                <a:cubicBezTo>
                  <a:pt x="17780" y="8073"/>
                  <a:pt x="17947" y="7906"/>
                  <a:pt x="17947" y="7673"/>
                </a:cubicBezTo>
                <a:lnTo>
                  <a:pt x="17947" y="4004"/>
                </a:lnTo>
                <a:cubicBezTo>
                  <a:pt x="17947" y="3770"/>
                  <a:pt x="17780" y="3570"/>
                  <a:pt x="17547" y="3570"/>
                </a:cubicBezTo>
                <a:close/>
                <a:moveTo>
                  <a:pt x="20082" y="3570"/>
                </a:moveTo>
                <a:cubicBezTo>
                  <a:pt x="19882" y="3570"/>
                  <a:pt x="19681" y="3770"/>
                  <a:pt x="19681" y="4004"/>
                </a:cubicBezTo>
                <a:lnTo>
                  <a:pt x="19681" y="7673"/>
                </a:lnTo>
                <a:cubicBezTo>
                  <a:pt x="19681" y="7906"/>
                  <a:pt x="19882" y="8073"/>
                  <a:pt x="20082" y="8073"/>
                </a:cubicBezTo>
                <a:lnTo>
                  <a:pt x="24085" y="8073"/>
                </a:lnTo>
                <a:cubicBezTo>
                  <a:pt x="24318" y="8073"/>
                  <a:pt x="24518" y="7906"/>
                  <a:pt x="24518" y="7673"/>
                </a:cubicBezTo>
                <a:lnTo>
                  <a:pt x="24518" y="4004"/>
                </a:lnTo>
                <a:cubicBezTo>
                  <a:pt x="24518" y="3770"/>
                  <a:pt x="24318" y="3570"/>
                  <a:pt x="24085" y="3570"/>
                </a:cubicBezTo>
                <a:close/>
                <a:moveTo>
                  <a:pt x="26653" y="3570"/>
                </a:moveTo>
                <a:cubicBezTo>
                  <a:pt x="26420" y="3570"/>
                  <a:pt x="26253" y="3770"/>
                  <a:pt x="26253" y="4004"/>
                </a:cubicBezTo>
                <a:lnTo>
                  <a:pt x="26253" y="7673"/>
                </a:lnTo>
                <a:cubicBezTo>
                  <a:pt x="26253" y="7906"/>
                  <a:pt x="26420" y="8073"/>
                  <a:pt x="26653" y="8073"/>
                </a:cubicBezTo>
                <a:lnTo>
                  <a:pt x="30656" y="8073"/>
                </a:lnTo>
                <a:cubicBezTo>
                  <a:pt x="30889" y="8073"/>
                  <a:pt x="31056" y="7906"/>
                  <a:pt x="31056" y="7673"/>
                </a:cubicBezTo>
                <a:lnTo>
                  <a:pt x="31056" y="4004"/>
                </a:lnTo>
                <a:cubicBezTo>
                  <a:pt x="31056" y="3770"/>
                  <a:pt x="30889" y="3570"/>
                  <a:pt x="30656" y="3570"/>
                </a:cubicBezTo>
                <a:close/>
                <a:moveTo>
                  <a:pt x="33224" y="3570"/>
                </a:moveTo>
                <a:cubicBezTo>
                  <a:pt x="32991" y="3570"/>
                  <a:pt x="32791" y="3770"/>
                  <a:pt x="32791" y="4004"/>
                </a:cubicBezTo>
                <a:lnTo>
                  <a:pt x="32791" y="7673"/>
                </a:lnTo>
                <a:cubicBezTo>
                  <a:pt x="32791" y="7906"/>
                  <a:pt x="32991" y="8073"/>
                  <a:pt x="33224" y="8073"/>
                </a:cubicBezTo>
                <a:lnTo>
                  <a:pt x="37194" y="8073"/>
                </a:lnTo>
                <a:cubicBezTo>
                  <a:pt x="37427" y="8073"/>
                  <a:pt x="37628" y="7906"/>
                  <a:pt x="37628" y="7673"/>
                </a:cubicBezTo>
                <a:lnTo>
                  <a:pt x="37628" y="4004"/>
                </a:lnTo>
                <a:cubicBezTo>
                  <a:pt x="37628" y="3770"/>
                  <a:pt x="37427" y="3570"/>
                  <a:pt x="37194" y="3570"/>
                </a:cubicBezTo>
                <a:close/>
                <a:moveTo>
                  <a:pt x="39762" y="3570"/>
                </a:moveTo>
                <a:cubicBezTo>
                  <a:pt x="39529" y="3570"/>
                  <a:pt x="39329" y="3770"/>
                  <a:pt x="39329" y="4004"/>
                </a:cubicBezTo>
                <a:lnTo>
                  <a:pt x="39329" y="7673"/>
                </a:lnTo>
                <a:cubicBezTo>
                  <a:pt x="39362" y="7906"/>
                  <a:pt x="39529" y="8073"/>
                  <a:pt x="39762" y="8073"/>
                </a:cubicBezTo>
                <a:lnTo>
                  <a:pt x="43765" y="8073"/>
                </a:lnTo>
                <a:cubicBezTo>
                  <a:pt x="43999" y="8073"/>
                  <a:pt x="44166" y="7906"/>
                  <a:pt x="44166" y="7673"/>
                </a:cubicBezTo>
                <a:lnTo>
                  <a:pt x="44166" y="4004"/>
                </a:lnTo>
                <a:cubicBezTo>
                  <a:pt x="44166" y="3770"/>
                  <a:pt x="43999" y="3570"/>
                  <a:pt x="43765" y="3570"/>
                </a:cubicBezTo>
                <a:close/>
                <a:moveTo>
                  <a:pt x="46334" y="3570"/>
                </a:moveTo>
                <a:cubicBezTo>
                  <a:pt x="46100" y="3570"/>
                  <a:pt x="45900" y="3770"/>
                  <a:pt x="45900" y="4004"/>
                </a:cubicBezTo>
                <a:lnTo>
                  <a:pt x="45900" y="7673"/>
                </a:lnTo>
                <a:cubicBezTo>
                  <a:pt x="45900" y="7906"/>
                  <a:pt x="46100" y="8073"/>
                  <a:pt x="46334" y="8073"/>
                </a:cubicBezTo>
                <a:lnTo>
                  <a:pt x="50337" y="8073"/>
                </a:lnTo>
                <a:cubicBezTo>
                  <a:pt x="50537" y="8073"/>
                  <a:pt x="50737" y="7906"/>
                  <a:pt x="50737" y="7673"/>
                </a:cubicBezTo>
                <a:lnTo>
                  <a:pt x="50737" y="4004"/>
                </a:lnTo>
                <a:cubicBezTo>
                  <a:pt x="50737" y="3770"/>
                  <a:pt x="50537" y="3570"/>
                  <a:pt x="50337" y="3570"/>
                </a:cubicBezTo>
                <a:close/>
                <a:moveTo>
                  <a:pt x="52872" y="3570"/>
                </a:moveTo>
                <a:cubicBezTo>
                  <a:pt x="52638" y="3570"/>
                  <a:pt x="52471" y="3770"/>
                  <a:pt x="52471" y="4004"/>
                </a:cubicBezTo>
                <a:lnTo>
                  <a:pt x="52471" y="7673"/>
                </a:lnTo>
                <a:cubicBezTo>
                  <a:pt x="52471" y="7906"/>
                  <a:pt x="52638" y="8073"/>
                  <a:pt x="52872" y="8073"/>
                </a:cubicBezTo>
                <a:lnTo>
                  <a:pt x="56875" y="8073"/>
                </a:lnTo>
                <a:cubicBezTo>
                  <a:pt x="57108" y="8073"/>
                  <a:pt x="57308" y="7906"/>
                  <a:pt x="57308" y="7673"/>
                </a:cubicBezTo>
                <a:lnTo>
                  <a:pt x="57308" y="4004"/>
                </a:lnTo>
                <a:cubicBezTo>
                  <a:pt x="57308" y="3770"/>
                  <a:pt x="57108" y="3570"/>
                  <a:pt x="56875" y="3570"/>
                </a:cubicBezTo>
                <a:close/>
                <a:moveTo>
                  <a:pt x="59443" y="3570"/>
                </a:moveTo>
                <a:cubicBezTo>
                  <a:pt x="59210" y="3570"/>
                  <a:pt x="59009" y="3770"/>
                  <a:pt x="59009" y="4004"/>
                </a:cubicBezTo>
                <a:lnTo>
                  <a:pt x="59009" y="7673"/>
                </a:lnTo>
                <a:cubicBezTo>
                  <a:pt x="59009" y="7906"/>
                  <a:pt x="59210" y="8073"/>
                  <a:pt x="59443" y="8073"/>
                </a:cubicBezTo>
                <a:lnTo>
                  <a:pt x="63446" y="8073"/>
                </a:lnTo>
                <a:cubicBezTo>
                  <a:pt x="63646" y="8073"/>
                  <a:pt x="63846" y="7906"/>
                  <a:pt x="63846" y="7673"/>
                </a:cubicBezTo>
                <a:lnTo>
                  <a:pt x="63846" y="4004"/>
                </a:lnTo>
                <a:cubicBezTo>
                  <a:pt x="63846" y="3770"/>
                  <a:pt x="63646" y="3570"/>
                  <a:pt x="63446" y="3570"/>
                </a:cubicBezTo>
                <a:close/>
                <a:moveTo>
                  <a:pt x="65981" y="3570"/>
                </a:moveTo>
                <a:cubicBezTo>
                  <a:pt x="65748" y="3570"/>
                  <a:pt x="65581" y="3770"/>
                  <a:pt x="65581" y="4004"/>
                </a:cubicBezTo>
                <a:lnTo>
                  <a:pt x="65581" y="7673"/>
                </a:lnTo>
                <a:cubicBezTo>
                  <a:pt x="65581" y="7906"/>
                  <a:pt x="65748" y="8073"/>
                  <a:pt x="65981" y="8073"/>
                </a:cubicBezTo>
                <a:lnTo>
                  <a:pt x="76555" y="8073"/>
                </a:lnTo>
                <a:cubicBezTo>
                  <a:pt x="76789" y="8073"/>
                  <a:pt x="76956" y="7906"/>
                  <a:pt x="76956" y="7673"/>
                </a:cubicBezTo>
                <a:lnTo>
                  <a:pt x="76956" y="4004"/>
                </a:lnTo>
                <a:cubicBezTo>
                  <a:pt x="76956" y="3770"/>
                  <a:pt x="76789" y="3570"/>
                  <a:pt x="76555" y="3570"/>
                </a:cubicBezTo>
                <a:close/>
                <a:moveTo>
                  <a:pt x="434" y="9041"/>
                </a:moveTo>
                <a:cubicBezTo>
                  <a:pt x="201" y="9041"/>
                  <a:pt x="1" y="9207"/>
                  <a:pt x="1" y="9441"/>
                </a:cubicBezTo>
                <a:lnTo>
                  <a:pt x="1" y="13110"/>
                </a:lnTo>
                <a:cubicBezTo>
                  <a:pt x="1" y="13344"/>
                  <a:pt x="201" y="13544"/>
                  <a:pt x="434" y="13544"/>
                </a:cubicBezTo>
                <a:lnTo>
                  <a:pt x="10975" y="13544"/>
                </a:lnTo>
                <a:cubicBezTo>
                  <a:pt x="11209" y="13544"/>
                  <a:pt x="11409" y="13344"/>
                  <a:pt x="11409" y="13110"/>
                </a:cubicBezTo>
                <a:lnTo>
                  <a:pt x="11409" y="9441"/>
                </a:lnTo>
                <a:cubicBezTo>
                  <a:pt x="11409" y="9207"/>
                  <a:pt x="11209" y="9041"/>
                  <a:pt x="10975" y="9041"/>
                </a:cubicBezTo>
                <a:close/>
                <a:moveTo>
                  <a:pt x="13544" y="9041"/>
                </a:moveTo>
                <a:cubicBezTo>
                  <a:pt x="13310" y="9041"/>
                  <a:pt x="13110" y="9207"/>
                  <a:pt x="13110" y="9441"/>
                </a:cubicBezTo>
                <a:lnTo>
                  <a:pt x="13110" y="13110"/>
                </a:lnTo>
                <a:cubicBezTo>
                  <a:pt x="13110" y="13344"/>
                  <a:pt x="13310" y="13544"/>
                  <a:pt x="13544" y="13544"/>
                </a:cubicBezTo>
                <a:lnTo>
                  <a:pt x="17547" y="13544"/>
                </a:lnTo>
                <a:cubicBezTo>
                  <a:pt x="17780" y="13544"/>
                  <a:pt x="17947" y="13344"/>
                  <a:pt x="17947" y="13110"/>
                </a:cubicBezTo>
                <a:lnTo>
                  <a:pt x="17947" y="9441"/>
                </a:lnTo>
                <a:cubicBezTo>
                  <a:pt x="17947" y="9207"/>
                  <a:pt x="17780" y="9041"/>
                  <a:pt x="17547" y="9041"/>
                </a:cubicBezTo>
                <a:close/>
                <a:moveTo>
                  <a:pt x="20082" y="9041"/>
                </a:moveTo>
                <a:cubicBezTo>
                  <a:pt x="19882" y="9041"/>
                  <a:pt x="19681" y="9207"/>
                  <a:pt x="19681" y="9441"/>
                </a:cubicBezTo>
                <a:lnTo>
                  <a:pt x="19681" y="13110"/>
                </a:lnTo>
                <a:cubicBezTo>
                  <a:pt x="19681" y="13344"/>
                  <a:pt x="19882" y="13544"/>
                  <a:pt x="20082" y="13544"/>
                </a:cubicBezTo>
                <a:lnTo>
                  <a:pt x="24085" y="13544"/>
                </a:lnTo>
                <a:cubicBezTo>
                  <a:pt x="24318" y="13544"/>
                  <a:pt x="24518" y="13344"/>
                  <a:pt x="24518" y="13110"/>
                </a:cubicBezTo>
                <a:lnTo>
                  <a:pt x="24518" y="9441"/>
                </a:lnTo>
                <a:cubicBezTo>
                  <a:pt x="24518" y="9207"/>
                  <a:pt x="24318" y="9041"/>
                  <a:pt x="24085" y="9041"/>
                </a:cubicBezTo>
                <a:close/>
                <a:moveTo>
                  <a:pt x="26653" y="9041"/>
                </a:moveTo>
                <a:cubicBezTo>
                  <a:pt x="26420" y="9041"/>
                  <a:pt x="26253" y="9207"/>
                  <a:pt x="26253" y="9441"/>
                </a:cubicBezTo>
                <a:lnTo>
                  <a:pt x="26253" y="13110"/>
                </a:lnTo>
                <a:cubicBezTo>
                  <a:pt x="26253" y="13344"/>
                  <a:pt x="26420" y="13544"/>
                  <a:pt x="26653" y="13544"/>
                </a:cubicBezTo>
                <a:lnTo>
                  <a:pt x="30656" y="13544"/>
                </a:lnTo>
                <a:cubicBezTo>
                  <a:pt x="30889" y="13544"/>
                  <a:pt x="31056" y="13344"/>
                  <a:pt x="31056" y="13110"/>
                </a:cubicBezTo>
                <a:lnTo>
                  <a:pt x="31056" y="9441"/>
                </a:lnTo>
                <a:cubicBezTo>
                  <a:pt x="31056" y="9207"/>
                  <a:pt x="30889" y="9041"/>
                  <a:pt x="30656" y="9041"/>
                </a:cubicBezTo>
                <a:close/>
                <a:moveTo>
                  <a:pt x="33224" y="9041"/>
                </a:moveTo>
                <a:cubicBezTo>
                  <a:pt x="32991" y="9041"/>
                  <a:pt x="32791" y="9207"/>
                  <a:pt x="32791" y="9441"/>
                </a:cubicBezTo>
                <a:lnTo>
                  <a:pt x="32791" y="13110"/>
                </a:lnTo>
                <a:cubicBezTo>
                  <a:pt x="32791" y="13344"/>
                  <a:pt x="32991" y="13544"/>
                  <a:pt x="33224" y="13544"/>
                </a:cubicBezTo>
                <a:lnTo>
                  <a:pt x="37194" y="13544"/>
                </a:lnTo>
                <a:cubicBezTo>
                  <a:pt x="37427" y="13544"/>
                  <a:pt x="37628" y="13344"/>
                  <a:pt x="37628" y="13110"/>
                </a:cubicBezTo>
                <a:lnTo>
                  <a:pt x="37628" y="9441"/>
                </a:lnTo>
                <a:cubicBezTo>
                  <a:pt x="37628" y="9207"/>
                  <a:pt x="37427" y="9041"/>
                  <a:pt x="37194" y="9041"/>
                </a:cubicBezTo>
                <a:close/>
                <a:moveTo>
                  <a:pt x="39762" y="9041"/>
                </a:moveTo>
                <a:cubicBezTo>
                  <a:pt x="39529" y="9041"/>
                  <a:pt x="39329" y="9207"/>
                  <a:pt x="39329" y="9441"/>
                </a:cubicBezTo>
                <a:lnTo>
                  <a:pt x="39329" y="13110"/>
                </a:lnTo>
                <a:cubicBezTo>
                  <a:pt x="39362" y="13344"/>
                  <a:pt x="39529" y="13544"/>
                  <a:pt x="39762" y="13544"/>
                </a:cubicBezTo>
                <a:lnTo>
                  <a:pt x="43765" y="13544"/>
                </a:lnTo>
                <a:cubicBezTo>
                  <a:pt x="43999" y="13544"/>
                  <a:pt x="44166" y="13344"/>
                  <a:pt x="44166" y="13110"/>
                </a:cubicBezTo>
                <a:lnTo>
                  <a:pt x="44166" y="9441"/>
                </a:lnTo>
                <a:cubicBezTo>
                  <a:pt x="44166" y="9207"/>
                  <a:pt x="43999" y="9041"/>
                  <a:pt x="43765" y="9041"/>
                </a:cubicBezTo>
                <a:close/>
                <a:moveTo>
                  <a:pt x="46334" y="9041"/>
                </a:moveTo>
                <a:cubicBezTo>
                  <a:pt x="46100" y="9041"/>
                  <a:pt x="45900" y="9207"/>
                  <a:pt x="45900" y="9441"/>
                </a:cubicBezTo>
                <a:lnTo>
                  <a:pt x="45900" y="13110"/>
                </a:lnTo>
                <a:cubicBezTo>
                  <a:pt x="45900" y="13344"/>
                  <a:pt x="46100" y="13544"/>
                  <a:pt x="46334" y="13544"/>
                </a:cubicBezTo>
                <a:lnTo>
                  <a:pt x="50337" y="13544"/>
                </a:lnTo>
                <a:cubicBezTo>
                  <a:pt x="50537" y="13544"/>
                  <a:pt x="50737" y="13344"/>
                  <a:pt x="50737" y="13110"/>
                </a:cubicBezTo>
                <a:lnTo>
                  <a:pt x="50737" y="9441"/>
                </a:lnTo>
                <a:cubicBezTo>
                  <a:pt x="50737" y="9207"/>
                  <a:pt x="50537" y="9041"/>
                  <a:pt x="50337" y="9041"/>
                </a:cubicBezTo>
                <a:close/>
                <a:moveTo>
                  <a:pt x="52872" y="9041"/>
                </a:moveTo>
                <a:cubicBezTo>
                  <a:pt x="52638" y="9041"/>
                  <a:pt x="52471" y="9207"/>
                  <a:pt x="52471" y="9441"/>
                </a:cubicBezTo>
                <a:lnTo>
                  <a:pt x="52471" y="13110"/>
                </a:lnTo>
                <a:cubicBezTo>
                  <a:pt x="52471" y="13344"/>
                  <a:pt x="52638" y="13544"/>
                  <a:pt x="52872" y="13544"/>
                </a:cubicBezTo>
                <a:lnTo>
                  <a:pt x="56875" y="13544"/>
                </a:lnTo>
                <a:cubicBezTo>
                  <a:pt x="57108" y="13544"/>
                  <a:pt x="57308" y="13344"/>
                  <a:pt x="57308" y="13110"/>
                </a:cubicBezTo>
                <a:lnTo>
                  <a:pt x="57308" y="9441"/>
                </a:lnTo>
                <a:cubicBezTo>
                  <a:pt x="57308" y="9207"/>
                  <a:pt x="57108" y="9041"/>
                  <a:pt x="56875" y="9041"/>
                </a:cubicBezTo>
                <a:close/>
                <a:moveTo>
                  <a:pt x="59443" y="9041"/>
                </a:moveTo>
                <a:cubicBezTo>
                  <a:pt x="59210" y="9041"/>
                  <a:pt x="59009" y="9207"/>
                  <a:pt x="59009" y="9441"/>
                </a:cubicBezTo>
                <a:lnTo>
                  <a:pt x="59009" y="13110"/>
                </a:lnTo>
                <a:cubicBezTo>
                  <a:pt x="59009" y="13344"/>
                  <a:pt x="59210" y="13544"/>
                  <a:pt x="59443" y="13544"/>
                </a:cubicBezTo>
                <a:lnTo>
                  <a:pt x="63446" y="13544"/>
                </a:lnTo>
                <a:cubicBezTo>
                  <a:pt x="63646" y="13544"/>
                  <a:pt x="63846" y="13344"/>
                  <a:pt x="63846" y="13110"/>
                </a:cubicBezTo>
                <a:lnTo>
                  <a:pt x="63846" y="9441"/>
                </a:lnTo>
                <a:cubicBezTo>
                  <a:pt x="63846" y="9207"/>
                  <a:pt x="63646" y="9041"/>
                  <a:pt x="63446" y="9041"/>
                </a:cubicBezTo>
                <a:close/>
                <a:moveTo>
                  <a:pt x="434" y="14978"/>
                </a:moveTo>
                <a:cubicBezTo>
                  <a:pt x="201" y="14978"/>
                  <a:pt x="1" y="15145"/>
                  <a:pt x="1" y="15378"/>
                </a:cubicBezTo>
                <a:lnTo>
                  <a:pt x="1" y="19048"/>
                </a:lnTo>
                <a:cubicBezTo>
                  <a:pt x="1" y="19281"/>
                  <a:pt x="201" y="19481"/>
                  <a:pt x="434" y="19481"/>
                </a:cubicBezTo>
                <a:lnTo>
                  <a:pt x="4437" y="19481"/>
                </a:lnTo>
                <a:cubicBezTo>
                  <a:pt x="4671" y="19481"/>
                  <a:pt x="4837" y="19281"/>
                  <a:pt x="4837" y="19048"/>
                </a:cubicBezTo>
                <a:lnTo>
                  <a:pt x="4837" y="15378"/>
                </a:lnTo>
                <a:cubicBezTo>
                  <a:pt x="4837" y="15145"/>
                  <a:pt x="4671" y="14978"/>
                  <a:pt x="4437" y="14978"/>
                </a:cubicBezTo>
                <a:close/>
                <a:moveTo>
                  <a:pt x="6972" y="14978"/>
                </a:moveTo>
                <a:cubicBezTo>
                  <a:pt x="6739" y="14978"/>
                  <a:pt x="6572" y="15145"/>
                  <a:pt x="6572" y="15378"/>
                </a:cubicBezTo>
                <a:lnTo>
                  <a:pt x="6572" y="19048"/>
                </a:lnTo>
                <a:cubicBezTo>
                  <a:pt x="6572" y="19281"/>
                  <a:pt x="6739" y="19481"/>
                  <a:pt x="6972" y="19481"/>
                </a:cubicBezTo>
                <a:lnTo>
                  <a:pt x="10975" y="19481"/>
                </a:lnTo>
                <a:cubicBezTo>
                  <a:pt x="11209" y="19481"/>
                  <a:pt x="11409" y="19281"/>
                  <a:pt x="11409" y="19048"/>
                </a:cubicBezTo>
                <a:lnTo>
                  <a:pt x="11409" y="15378"/>
                </a:lnTo>
                <a:cubicBezTo>
                  <a:pt x="11409" y="15145"/>
                  <a:pt x="11209" y="14978"/>
                  <a:pt x="10975" y="14978"/>
                </a:cubicBezTo>
                <a:close/>
                <a:moveTo>
                  <a:pt x="13544" y="14978"/>
                </a:moveTo>
                <a:cubicBezTo>
                  <a:pt x="13310" y="14978"/>
                  <a:pt x="13110" y="15145"/>
                  <a:pt x="13110" y="15378"/>
                </a:cubicBezTo>
                <a:lnTo>
                  <a:pt x="13110" y="19048"/>
                </a:lnTo>
                <a:cubicBezTo>
                  <a:pt x="13110" y="19281"/>
                  <a:pt x="13310" y="19481"/>
                  <a:pt x="13544" y="19481"/>
                </a:cubicBezTo>
                <a:lnTo>
                  <a:pt x="17547" y="19481"/>
                </a:lnTo>
                <a:cubicBezTo>
                  <a:pt x="17780" y="19481"/>
                  <a:pt x="17947" y="19281"/>
                  <a:pt x="17947" y="19048"/>
                </a:cubicBezTo>
                <a:lnTo>
                  <a:pt x="17947" y="15378"/>
                </a:lnTo>
                <a:cubicBezTo>
                  <a:pt x="17947" y="15145"/>
                  <a:pt x="17780" y="14978"/>
                  <a:pt x="17547" y="14978"/>
                </a:cubicBezTo>
                <a:close/>
                <a:moveTo>
                  <a:pt x="20082" y="14978"/>
                </a:moveTo>
                <a:cubicBezTo>
                  <a:pt x="19882" y="14978"/>
                  <a:pt x="19681" y="15145"/>
                  <a:pt x="19681" y="15378"/>
                </a:cubicBezTo>
                <a:lnTo>
                  <a:pt x="19681" y="19048"/>
                </a:lnTo>
                <a:cubicBezTo>
                  <a:pt x="19681" y="19281"/>
                  <a:pt x="19882" y="19481"/>
                  <a:pt x="20082" y="19481"/>
                </a:cubicBezTo>
                <a:lnTo>
                  <a:pt x="24085" y="19481"/>
                </a:lnTo>
                <a:cubicBezTo>
                  <a:pt x="24318" y="19481"/>
                  <a:pt x="24518" y="19281"/>
                  <a:pt x="24518" y="19048"/>
                </a:cubicBezTo>
                <a:lnTo>
                  <a:pt x="24518" y="15378"/>
                </a:lnTo>
                <a:cubicBezTo>
                  <a:pt x="24518" y="15145"/>
                  <a:pt x="24318" y="14978"/>
                  <a:pt x="24085" y="14978"/>
                </a:cubicBezTo>
                <a:close/>
                <a:moveTo>
                  <a:pt x="26653" y="14978"/>
                </a:moveTo>
                <a:cubicBezTo>
                  <a:pt x="26420" y="14978"/>
                  <a:pt x="26253" y="15145"/>
                  <a:pt x="26253" y="15378"/>
                </a:cubicBezTo>
                <a:lnTo>
                  <a:pt x="26253" y="19048"/>
                </a:lnTo>
                <a:cubicBezTo>
                  <a:pt x="26253" y="19281"/>
                  <a:pt x="26420" y="19481"/>
                  <a:pt x="26653" y="19481"/>
                </a:cubicBezTo>
                <a:lnTo>
                  <a:pt x="30656" y="19481"/>
                </a:lnTo>
                <a:cubicBezTo>
                  <a:pt x="30889" y="19481"/>
                  <a:pt x="31056" y="19281"/>
                  <a:pt x="31056" y="19048"/>
                </a:cubicBezTo>
                <a:lnTo>
                  <a:pt x="31056" y="15378"/>
                </a:lnTo>
                <a:cubicBezTo>
                  <a:pt x="31056" y="15145"/>
                  <a:pt x="30889" y="14978"/>
                  <a:pt x="30656" y="14978"/>
                </a:cubicBezTo>
                <a:close/>
                <a:moveTo>
                  <a:pt x="33224" y="14978"/>
                </a:moveTo>
                <a:cubicBezTo>
                  <a:pt x="32991" y="14978"/>
                  <a:pt x="32791" y="15145"/>
                  <a:pt x="32791" y="15378"/>
                </a:cubicBezTo>
                <a:lnTo>
                  <a:pt x="32791" y="19048"/>
                </a:lnTo>
                <a:cubicBezTo>
                  <a:pt x="32791" y="19281"/>
                  <a:pt x="32991" y="19481"/>
                  <a:pt x="33224" y="19481"/>
                </a:cubicBezTo>
                <a:lnTo>
                  <a:pt x="37194" y="19481"/>
                </a:lnTo>
                <a:cubicBezTo>
                  <a:pt x="37427" y="19481"/>
                  <a:pt x="37628" y="19281"/>
                  <a:pt x="37628" y="19048"/>
                </a:cubicBezTo>
                <a:lnTo>
                  <a:pt x="37628" y="15378"/>
                </a:lnTo>
                <a:cubicBezTo>
                  <a:pt x="37628" y="15145"/>
                  <a:pt x="37427" y="14978"/>
                  <a:pt x="37194" y="14978"/>
                </a:cubicBezTo>
                <a:close/>
                <a:moveTo>
                  <a:pt x="39762" y="14978"/>
                </a:moveTo>
                <a:cubicBezTo>
                  <a:pt x="39529" y="14978"/>
                  <a:pt x="39329" y="15145"/>
                  <a:pt x="39329" y="15378"/>
                </a:cubicBezTo>
                <a:lnTo>
                  <a:pt x="39329" y="19048"/>
                </a:lnTo>
                <a:cubicBezTo>
                  <a:pt x="39362" y="19281"/>
                  <a:pt x="39529" y="19481"/>
                  <a:pt x="39762" y="19481"/>
                </a:cubicBezTo>
                <a:lnTo>
                  <a:pt x="43765" y="19481"/>
                </a:lnTo>
                <a:cubicBezTo>
                  <a:pt x="43999" y="19481"/>
                  <a:pt x="44166" y="19281"/>
                  <a:pt x="44166" y="19048"/>
                </a:cubicBezTo>
                <a:lnTo>
                  <a:pt x="44166" y="15378"/>
                </a:lnTo>
                <a:cubicBezTo>
                  <a:pt x="44166" y="15145"/>
                  <a:pt x="43999" y="14978"/>
                  <a:pt x="43765" y="14978"/>
                </a:cubicBezTo>
                <a:close/>
                <a:moveTo>
                  <a:pt x="46334" y="14978"/>
                </a:moveTo>
                <a:cubicBezTo>
                  <a:pt x="46100" y="14978"/>
                  <a:pt x="45900" y="15145"/>
                  <a:pt x="45900" y="15378"/>
                </a:cubicBezTo>
                <a:lnTo>
                  <a:pt x="45900" y="19048"/>
                </a:lnTo>
                <a:cubicBezTo>
                  <a:pt x="45900" y="19281"/>
                  <a:pt x="46100" y="19481"/>
                  <a:pt x="46334" y="19481"/>
                </a:cubicBezTo>
                <a:lnTo>
                  <a:pt x="50337" y="19481"/>
                </a:lnTo>
                <a:cubicBezTo>
                  <a:pt x="50537" y="19481"/>
                  <a:pt x="50737" y="19281"/>
                  <a:pt x="50737" y="19048"/>
                </a:cubicBezTo>
                <a:lnTo>
                  <a:pt x="50737" y="15378"/>
                </a:lnTo>
                <a:cubicBezTo>
                  <a:pt x="50737" y="15145"/>
                  <a:pt x="50537" y="14978"/>
                  <a:pt x="50337" y="14978"/>
                </a:cubicBezTo>
                <a:close/>
                <a:moveTo>
                  <a:pt x="52872" y="14978"/>
                </a:moveTo>
                <a:cubicBezTo>
                  <a:pt x="52638" y="14978"/>
                  <a:pt x="52471" y="15145"/>
                  <a:pt x="52471" y="15378"/>
                </a:cubicBezTo>
                <a:lnTo>
                  <a:pt x="52471" y="19048"/>
                </a:lnTo>
                <a:cubicBezTo>
                  <a:pt x="52471" y="19281"/>
                  <a:pt x="52638" y="19481"/>
                  <a:pt x="52872" y="19481"/>
                </a:cubicBezTo>
                <a:lnTo>
                  <a:pt x="56875" y="19481"/>
                </a:lnTo>
                <a:cubicBezTo>
                  <a:pt x="57108" y="19481"/>
                  <a:pt x="57308" y="19281"/>
                  <a:pt x="57308" y="19048"/>
                </a:cubicBezTo>
                <a:lnTo>
                  <a:pt x="57308" y="15378"/>
                </a:lnTo>
                <a:cubicBezTo>
                  <a:pt x="57308" y="15145"/>
                  <a:pt x="57108" y="14978"/>
                  <a:pt x="56875" y="14978"/>
                </a:cubicBezTo>
                <a:close/>
                <a:moveTo>
                  <a:pt x="59443" y="14978"/>
                </a:moveTo>
                <a:cubicBezTo>
                  <a:pt x="59210" y="14978"/>
                  <a:pt x="59009" y="15145"/>
                  <a:pt x="59009" y="15378"/>
                </a:cubicBezTo>
                <a:lnTo>
                  <a:pt x="59009" y="19048"/>
                </a:lnTo>
                <a:cubicBezTo>
                  <a:pt x="59009" y="19281"/>
                  <a:pt x="59210" y="19481"/>
                  <a:pt x="59443" y="19481"/>
                </a:cubicBezTo>
                <a:lnTo>
                  <a:pt x="63446" y="19481"/>
                </a:lnTo>
                <a:cubicBezTo>
                  <a:pt x="63646" y="19481"/>
                  <a:pt x="63846" y="19281"/>
                  <a:pt x="63846" y="19048"/>
                </a:cubicBezTo>
                <a:lnTo>
                  <a:pt x="63846" y="15378"/>
                </a:lnTo>
                <a:cubicBezTo>
                  <a:pt x="63846" y="15145"/>
                  <a:pt x="63646" y="14978"/>
                  <a:pt x="63446" y="14978"/>
                </a:cubicBezTo>
                <a:close/>
                <a:moveTo>
                  <a:pt x="65981" y="14978"/>
                </a:moveTo>
                <a:cubicBezTo>
                  <a:pt x="65748" y="14978"/>
                  <a:pt x="65581" y="15145"/>
                  <a:pt x="65581" y="15378"/>
                </a:cubicBezTo>
                <a:lnTo>
                  <a:pt x="65581" y="19048"/>
                </a:lnTo>
                <a:cubicBezTo>
                  <a:pt x="65581" y="19281"/>
                  <a:pt x="65748" y="19481"/>
                  <a:pt x="65981" y="19481"/>
                </a:cubicBezTo>
                <a:lnTo>
                  <a:pt x="69984" y="19481"/>
                </a:lnTo>
                <a:cubicBezTo>
                  <a:pt x="70217" y="19481"/>
                  <a:pt x="70418" y="19281"/>
                  <a:pt x="70418" y="19048"/>
                </a:cubicBezTo>
                <a:lnTo>
                  <a:pt x="70418" y="15378"/>
                </a:lnTo>
                <a:cubicBezTo>
                  <a:pt x="70418" y="15145"/>
                  <a:pt x="70217" y="14978"/>
                  <a:pt x="69984" y="14978"/>
                </a:cubicBezTo>
                <a:close/>
                <a:moveTo>
                  <a:pt x="65981" y="9041"/>
                </a:moveTo>
                <a:cubicBezTo>
                  <a:pt x="65748" y="9041"/>
                  <a:pt x="65581" y="9207"/>
                  <a:pt x="65581" y="9441"/>
                </a:cubicBezTo>
                <a:lnTo>
                  <a:pt x="65581" y="13110"/>
                </a:lnTo>
                <a:cubicBezTo>
                  <a:pt x="65581" y="13344"/>
                  <a:pt x="65748" y="13544"/>
                  <a:pt x="65981" y="13544"/>
                </a:cubicBezTo>
                <a:lnTo>
                  <a:pt x="71719" y="13544"/>
                </a:lnTo>
                <a:cubicBezTo>
                  <a:pt x="71952" y="13544"/>
                  <a:pt x="72119" y="13744"/>
                  <a:pt x="72119" y="13944"/>
                </a:cubicBezTo>
                <a:lnTo>
                  <a:pt x="72119" y="19048"/>
                </a:lnTo>
                <a:cubicBezTo>
                  <a:pt x="72119" y="19281"/>
                  <a:pt x="72319" y="19481"/>
                  <a:pt x="72552" y="19481"/>
                </a:cubicBezTo>
                <a:lnTo>
                  <a:pt x="76555" y="19481"/>
                </a:lnTo>
                <a:cubicBezTo>
                  <a:pt x="76789" y="19481"/>
                  <a:pt x="76956" y="19281"/>
                  <a:pt x="76956" y="19048"/>
                </a:cubicBezTo>
                <a:lnTo>
                  <a:pt x="76956" y="9441"/>
                </a:lnTo>
                <a:cubicBezTo>
                  <a:pt x="76956" y="9207"/>
                  <a:pt x="76789" y="9041"/>
                  <a:pt x="76555" y="9041"/>
                </a:cubicBezTo>
                <a:close/>
                <a:moveTo>
                  <a:pt x="434" y="20916"/>
                </a:moveTo>
                <a:cubicBezTo>
                  <a:pt x="201" y="20916"/>
                  <a:pt x="1" y="21083"/>
                  <a:pt x="1" y="21316"/>
                </a:cubicBezTo>
                <a:lnTo>
                  <a:pt x="1" y="24985"/>
                </a:lnTo>
                <a:cubicBezTo>
                  <a:pt x="1" y="25219"/>
                  <a:pt x="201" y="25419"/>
                  <a:pt x="434" y="25419"/>
                </a:cubicBezTo>
                <a:lnTo>
                  <a:pt x="4437" y="25419"/>
                </a:lnTo>
                <a:cubicBezTo>
                  <a:pt x="4671" y="25419"/>
                  <a:pt x="4837" y="25219"/>
                  <a:pt x="4837" y="24985"/>
                </a:cubicBezTo>
                <a:lnTo>
                  <a:pt x="4837" y="21316"/>
                </a:lnTo>
                <a:cubicBezTo>
                  <a:pt x="4837" y="21083"/>
                  <a:pt x="4671" y="20916"/>
                  <a:pt x="4437" y="20916"/>
                </a:cubicBezTo>
                <a:close/>
                <a:moveTo>
                  <a:pt x="6972" y="20916"/>
                </a:moveTo>
                <a:cubicBezTo>
                  <a:pt x="6739" y="20916"/>
                  <a:pt x="6572" y="21083"/>
                  <a:pt x="6572" y="21316"/>
                </a:cubicBezTo>
                <a:lnTo>
                  <a:pt x="6572" y="24985"/>
                </a:lnTo>
                <a:cubicBezTo>
                  <a:pt x="6572" y="25219"/>
                  <a:pt x="6739" y="25419"/>
                  <a:pt x="6972" y="25419"/>
                </a:cubicBezTo>
                <a:lnTo>
                  <a:pt x="10975" y="25419"/>
                </a:lnTo>
                <a:cubicBezTo>
                  <a:pt x="11209" y="25419"/>
                  <a:pt x="11409" y="25219"/>
                  <a:pt x="11409" y="24985"/>
                </a:cubicBezTo>
                <a:lnTo>
                  <a:pt x="11409" y="21316"/>
                </a:lnTo>
                <a:cubicBezTo>
                  <a:pt x="11409" y="21083"/>
                  <a:pt x="11209" y="20916"/>
                  <a:pt x="10975" y="20916"/>
                </a:cubicBezTo>
                <a:close/>
                <a:moveTo>
                  <a:pt x="13544" y="20916"/>
                </a:moveTo>
                <a:cubicBezTo>
                  <a:pt x="13310" y="20916"/>
                  <a:pt x="13110" y="21083"/>
                  <a:pt x="13110" y="21316"/>
                </a:cubicBezTo>
                <a:lnTo>
                  <a:pt x="13110" y="24985"/>
                </a:lnTo>
                <a:cubicBezTo>
                  <a:pt x="13110" y="25219"/>
                  <a:pt x="13310" y="25419"/>
                  <a:pt x="13544" y="25419"/>
                </a:cubicBezTo>
                <a:lnTo>
                  <a:pt x="17547" y="25419"/>
                </a:lnTo>
                <a:cubicBezTo>
                  <a:pt x="17780" y="25419"/>
                  <a:pt x="17947" y="25219"/>
                  <a:pt x="17947" y="24985"/>
                </a:cubicBezTo>
                <a:lnTo>
                  <a:pt x="17947" y="21316"/>
                </a:lnTo>
                <a:cubicBezTo>
                  <a:pt x="17947" y="21083"/>
                  <a:pt x="17780" y="20916"/>
                  <a:pt x="17547" y="20916"/>
                </a:cubicBezTo>
                <a:close/>
                <a:moveTo>
                  <a:pt x="20082" y="20916"/>
                </a:moveTo>
                <a:cubicBezTo>
                  <a:pt x="19882" y="20916"/>
                  <a:pt x="19681" y="21083"/>
                  <a:pt x="19681" y="21316"/>
                </a:cubicBezTo>
                <a:lnTo>
                  <a:pt x="19681" y="24985"/>
                </a:lnTo>
                <a:cubicBezTo>
                  <a:pt x="19681" y="25219"/>
                  <a:pt x="19882" y="25419"/>
                  <a:pt x="20082" y="25419"/>
                </a:cubicBezTo>
                <a:lnTo>
                  <a:pt x="24085" y="25419"/>
                </a:lnTo>
                <a:cubicBezTo>
                  <a:pt x="24318" y="25419"/>
                  <a:pt x="24518" y="25219"/>
                  <a:pt x="24518" y="24985"/>
                </a:cubicBezTo>
                <a:lnTo>
                  <a:pt x="24518" y="21316"/>
                </a:lnTo>
                <a:cubicBezTo>
                  <a:pt x="24518" y="21083"/>
                  <a:pt x="24318" y="20916"/>
                  <a:pt x="24085" y="20916"/>
                </a:cubicBezTo>
                <a:close/>
                <a:moveTo>
                  <a:pt x="26653" y="20916"/>
                </a:moveTo>
                <a:cubicBezTo>
                  <a:pt x="26420" y="20916"/>
                  <a:pt x="26253" y="21083"/>
                  <a:pt x="26253" y="21316"/>
                </a:cubicBezTo>
                <a:lnTo>
                  <a:pt x="26253" y="24985"/>
                </a:lnTo>
                <a:cubicBezTo>
                  <a:pt x="26253" y="25219"/>
                  <a:pt x="26420" y="25419"/>
                  <a:pt x="26653" y="25419"/>
                </a:cubicBezTo>
                <a:lnTo>
                  <a:pt x="30656" y="25419"/>
                </a:lnTo>
                <a:cubicBezTo>
                  <a:pt x="30889" y="25419"/>
                  <a:pt x="31056" y="25219"/>
                  <a:pt x="31056" y="24985"/>
                </a:cubicBezTo>
                <a:lnTo>
                  <a:pt x="31056" y="21316"/>
                </a:lnTo>
                <a:cubicBezTo>
                  <a:pt x="31056" y="21083"/>
                  <a:pt x="30889" y="20916"/>
                  <a:pt x="30656" y="20916"/>
                </a:cubicBezTo>
                <a:close/>
                <a:moveTo>
                  <a:pt x="33224" y="20916"/>
                </a:moveTo>
                <a:cubicBezTo>
                  <a:pt x="32991" y="20916"/>
                  <a:pt x="32791" y="21083"/>
                  <a:pt x="32791" y="21316"/>
                </a:cubicBezTo>
                <a:lnTo>
                  <a:pt x="32791" y="24985"/>
                </a:lnTo>
                <a:cubicBezTo>
                  <a:pt x="32791" y="25219"/>
                  <a:pt x="32991" y="25419"/>
                  <a:pt x="33224" y="25419"/>
                </a:cubicBezTo>
                <a:lnTo>
                  <a:pt x="37194" y="25419"/>
                </a:lnTo>
                <a:cubicBezTo>
                  <a:pt x="37427" y="25419"/>
                  <a:pt x="37628" y="25219"/>
                  <a:pt x="37628" y="24985"/>
                </a:cubicBezTo>
                <a:lnTo>
                  <a:pt x="37628" y="21316"/>
                </a:lnTo>
                <a:cubicBezTo>
                  <a:pt x="37628" y="21083"/>
                  <a:pt x="37427" y="20916"/>
                  <a:pt x="37194" y="20916"/>
                </a:cubicBezTo>
                <a:close/>
                <a:moveTo>
                  <a:pt x="39762" y="20916"/>
                </a:moveTo>
                <a:cubicBezTo>
                  <a:pt x="39529" y="20916"/>
                  <a:pt x="39329" y="21083"/>
                  <a:pt x="39329" y="21316"/>
                </a:cubicBezTo>
                <a:lnTo>
                  <a:pt x="39329" y="24985"/>
                </a:lnTo>
                <a:cubicBezTo>
                  <a:pt x="39362" y="25219"/>
                  <a:pt x="39529" y="25419"/>
                  <a:pt x="39762" y="25419"/>
                </a:cubicBezTo>
                <a:lnTo>
                  <a:pt x="43765" y="25419"/>
                </a:lnTo>
                <a:cubicBezTo>
                  <a:pt x="43999" y="25419"/>
                  <a:pt x="44166" y="25219"/>
                  <a:pt x="44166" y="24985"/>
                </a:cubicBezTo>
                <a:lnTo>
                  <a:pt x="44166" y="21316"/>
                </a:lnTo>
                <a:cubicBezTo>
                  <a:pt x="44166" y="21083"/>
                  <a:pt x="43999" y="20916"/>
                  <a:pt x="43765" y="20916"/>
                </a:cubicBezTo>
                <a:close/>
                <a:moveTo>
                  <a:pt x="46334" y="20916"/>
                </a:moveTo>
                <a:cubicBezTo>
                  <a:pt x="46100" y="20916"/>
                  <a:pt x="45900" y="21083"/>
                  <a:pt x="45900" y="21316"/>
                </a:cubicBezTo>
                <a:lnTo>
                  <a:pt x="45900" y="24985"/>
                </a:lnTo>
                <a:cubicBezTo>
                  <a:pt x="45900" y="25219"/>
                  <a:pt x="46100" y="25419"/>
                  <a:pt x="46334" y="25419"/>
                </a:cubicBezTo>
                <a:lnTo>
                  <a:pt x="50337" y="25419"/>
                </a:lnTo>
                <a:cubicBezTo>
                  <a:pt x="50537" y="25419"/>
                  <a:pt x="50737" y="25219"/>
                  <a:pt x="50737" y="24985"/>
                </a:cubicBezTo>
                <a:lnTo>
                  <a:pt x="50737" y="21316"/>
                </a:lnTo>
                <a:cubicBezTo>
                  <a:pt x="50737" y="21083"/>
                  <a:pt x="50537" y="20916"/>
                  <a:pt x="50337" y="20916"/>
                </a:cubicBezTo>
                <a:close/>
                <a:moveTo>
                  <a:pt x="52872" y="20916"/>
                </a:moveTo>
                <a:cubicBezTo>
                  <a:pt x="52638" y="20916"/>
                  <a:pt x="52471" y="21083"/>
                  <a:pt x="52471" y="21316"/>
                </a:cubicBezTo>
                <a:lnTo>
                  <a:pt x="52471" y="24985"/>
                </a:lnTo>
                <a:cubicBezTo>
                  <a:pt x="52471" y="25219"/>
                  <a:pt x="52638" y="25419"/>
                  <a:pt x="52872" y="25419"/>
                </a:cubicBezTo>
                <a:lnTo>
                  <a:pt x="56875" y="25419"/>
                </a:lnTo>
                <a:cubicBezTo>
                  <a:pt x="57108" y="25419"/>
                  <a:pt x="57308" y="25219"/>
                  <a:pt x="57308" y="24985"/>
                </a:cubicBezTo>
                <a:lnTo>
                  <a:pt x="57308" y="21316"/>
                </a:lnTo>
                <a:cubicBezTo>
                  <a:pt x="57308" y="21083"/>
                  <a:pt x="57108" y="20916"/>
                  <a:pt x="56875" y="20916"/>
                </a:cubicBezTo>
                <a:close/>
                <a:moveTo>
                  <a:pt x="59443" y="20916"/>
                </a:moveTo>
                <a:cubicBezTo>
                  <a:pt x="59210" y="20916"/>
                  <a:pt x="59009" y="21083"/>
                  <a:pt x="59009" y="21316"/>
                </a:cubicBezTo>
                <a:lnTo>
                  <a:pt x="59009" y="24985"/>
                </a:lnTo>
                <a:cubicBezTo>
                  <a:pt x="59009" y="25219"/>
                  <a:pt x="59210" y="25419"/>
                  <a:pt x="59443" y="25419"/>
                </a:cubicBezTo>
                <a:lnTo>
                  <a:pt x="63446" y="25419"/>
                </a:lnTo>
                <a:cubicBezTo>
                  <a:pt x="63646" y="25419"/>
                  <a:pt x="63846" y="25219"/>
                  <a:pt x="63846" y="24985"/>
                </a:cubicBezTo>
                <a:lnTo>
                  <a:pt x="63846" y="21316"/>
                </a:lnTo>
                <a:cubicBezTo>
                  <a:pt x="63846" y="21083"/>
                  <a:pt x="63646" y="20916"/>
                  <a:pt x="63446" y="20916"/>
                </a:cubicBezTo>
                <a:close/>
                <a:moveTo>
                  <a:pt x="65981" y="20916"/>
                </a:moveTo>
                <a:cubicBezTo>
                  <a:pt x="65748" y="20916"/>
                  <a:pt x="65581" y="21083"/>
                  <a:pt x="65581" y="21316"/>
                </a:cubicBezTo>
                <a:lnTo>
                  <a:pt x="65581" y="24985"/>
                </a:lnTo>
                <a:cubicBezTo>
                  <a:pt x="65581" y="25219"/>
                  <a:pt x="65748" y="25419"/>
                  <a:pt x="65981" y="25419"/>
                </a:cubicBezTo>
                <a:lnTo>
                  <a:pt x="69984" y="25419"/>
                </a:lnTo>
                <a:cubicBezTo>
                  <a:pt x="70217" y="25419"/>
                  <a:pt x="70418" y="25219"/>
                  <a:pt x="70418" y="24985"/>
                </a:cubicBezTo>
                <a:lnTo>
                  <a:pt x="70418" y="21316"/>
                </a:lnTo>
                <a:cubicBezTo>
                  <a:pt x="70418" y="21083"/>
                  <a:pt x="70217" y="20916"/>
                  <a:pt x="69984" y="20916"/>
                </a:cubicBezTo>
                <a:close/>
                <a:moveTo>
                  <a:pt x="72552" y="20916"/>
                </a:moveTo>
                <a:cubicBezTo>
                  <a:pt x="72319" y="20916"/>
                  <a:pt x="72119" y="21083"/>
                  <a:pt x="72119" y="21316"/>
                </a:cubicBezTo>
                <a:lnTo>
                  <a:pt x="72119" y="24985"/>
                </a:lnTo>
                <a:cubicBezTo>
                  <a:pt x="72119" y="25219"/>
                  <a:pt x="72319" y="25419"/>
                  <a:pt x="72552" y="25419"/>
                </a:cubicBezTo>
                <a:lnTo>
                  <a:pt x="76555" y="25419"/>
                </a:lnTo>
                <a:cubicBezTo>
                  <a:pt x="76789" y="25419"/>
                  <a:pt x="76956" y="25219"/>
                  <a:pt x="76956" y="24985"/>
                </a:cubicBezTo>
                <a:lnTo>
                  <a:pt x="76956" y="21316"/>
                </a:lnTo>
                <a:cubicBezTo>
                  <a:pt x="76956" y="21083"/>
                  <a:pt x="76789" y="20916"/>
                  <a:pt x="76555" y="20916"/>
                </a:cubicBezTo>
                <a:close/>
                <a:moveTo>
                  <a:pt x="434" y="26853"/>
                </a:moveTo>
                <a:cubicBezTo>
                  <a:pt x="201" y="26853"/>
                  <a:pt x="1" y="27020"/>
                  <a:pt x="1" y="27254"/>
                </a:cubicBezTo>
                <a:lnTo>
                  <a:pt x="1" y="30923"/>
                </a:lnTo>
                <a:cubicBezTo>
                  <a:pt x="1" y="31156"/>
                  <a:pt x="201" y="31357"/>
                  <a:pt x="434" y="31357"/>
                </a:cubicBezTo>
                <a:lnTo>
                  <a:pt x="4437" y="31357"/>
                </a:lnTo>
                <a:cubicBezTo>
                  <a:pt x="4671" y="31357"/>
                  <a:pt x="4837" y="31156"/>
                  <a:pt x="4837" y="30923"/>
                </a:cubicBezTo>
                <a:lnTo>
                  <a:pt x="4837" y="27254"/>
                </a:lnTo>
                <a:cubicBezTo>
                  <a:pt x="4837" y="27020"/>
                  <a:pt x="4671" y="26853"/>
                  <a:pt x="4437" y="26853"/>
                </a:cubicBezTo>
                <a:close/>
                <a:moveTo>
                  <a:pt x="6972" y="26853"/>
                </a:moveTo>
                <a:cubicBezTo>
                  <a:pt x="6739" y="26853"/>
                  <a:pt x="6572" y="27020"/>
                  <a:pt x="6572" y="27254"/>
                </a:cubicBezTo>
                <a:lnTo>
                  <a:pt x="6572" y="30923"/>
                </a:lnTo>
                <a:cubicBezTo>
                  <a:pt x="6572" y="31156"/>
                  <a:pt x="6739" y="31357"/>
                  <a:pt x="6972" y="31357"/>
                </a:cubicBezTo>
                <a:lnTo>
                  <a:pt x="10975" y="31357"/>
                </a:lnTo>
                <a:cubicBezTo>
                  <a:pt x="11209" y="31357"/>
                  <a:pt x="11409" y="31156"/>
                  <a:pt x="11409" y="30923"/>
                </a:cubicBezTo>
                <a:lnTo>
                  <a:pt x="11409" y="27254"/>
                </a:lnTo>
                <a:cubicBezTo>
                  <a:pt x="11409" y="27020"/>
                  <a:pt x="11209" y="26853"/>
                  <a:pt x="10975" y="26853"/>
                </a:cubicBezTo>
                <a:close/>
                <a:moveTo>
                  <a:pt x="13544" y="26853"/>
                </a:moveTo>
                <a:cubicBezTo>
                  <a:pt x="13310" y="26853"/>
                  <a:pt x="13110" y="27020"/>
                  <a:pt x="13110" y="27254"/>
                </a:cubicBezTo>
                <a:lnTo>
                  <a:pt x="13110" y="30923"/>
                </a:lnTo>
                <a:cubicBezTo>
                  <a:pt x="13110" y="31156"/>
                  <a:pt x="13310" y="31357"/>
                  <a:pt x="13544" y="31357"/>
                </a:cubicBezTo>
                <a:lnTo>
                  <a:pt x="17547" y="31357"/>
                </a:lnTo>
                <a:cubicBezTo>
                  <a:pt x="17780" y="31357"/>
                  <a:pt x="17947" y="31156"/>
                  <a:pt x="17947" y="30923"/>
                </a:cubicBezTo>
                <a:lnTo>
                  <a:pt x="17947" y="27254"/>
                </a:lnTo>
                <a:cubicBezTo>
                  <a:pt x="17947" y="27020"/>
                  <a:pt x="17780" y="26853"/>
                  <a:pt x="17547" y="26853"/>
                </a:cubicBezTo>
                <a:close/>
                <a:moveTo>
                  <a:pt x="20082" y="26853"/>
                </a:moveTo>
                <a:cubicBezTo>
                  <a:pt x="19882" y="26853"/>
                  <a:pt x="19681" y="27020"/>
                  <a:pt x="19681" y="27254"/>
                </a:cubicBezTo>
                <a:lnTo>
                  <a:pt x="19681" y="30923"/>
                </a:lnTo>
                <a:cubicBezTo>
                  <a:pt x="19681" y="31156"/>
                  <a:pt x="19882" y="31357"/>
                  <a:pt x="20082" y="31357"/>
                </a:cubicBezTo>
                <a:lnTo>
                  <a:pt x="24085" y="31357"/>
                </a:lnTo>
                <a:cubicBezTo>
                  <a:pt x="24318" y="31357"/>
                  <a:pt x="24518" y="31156"/>
                  <a:pt x="24518" y="30923"/>
                </a:cubicBezTo>
                <a:lnTo>
                  <a:pt x="24518" y="27254"/>
                </a:lnTo>
                <a:cubicBezTo>
                  <a:pt x="24518" y="27020"/>
                  <a:pt x="24318" y="26853"/>
                  <a:pt x="24085" y="26853"/>
                </a:cubicBezTo>
                <a:close/>
                <a:moveTo>
                  <a:pt x="26653" y="26853"/>
                </a:moveTo>
                <a:cubicBezTo>
                  <a:pt x="26420" y="26853"/>
                  <a:pt x="26253" y="27020"/>
                  <a:pt x="26253" y="27254"/>
                </a:cubicBezTo>
                <a:lnTo>
                  <a:pt x="26253" y="30923"/>
                </a:lnTo>
                <a:cubicBezTo>
                  <a:pt x="26253" y="31156"/>
                  <a:pt x="26420" y="31357"/>
                  <a:pt x="26653" y="31357"/>
                </a:cubicBezTo>
                <a:lnTo>
                  <a:pt x="56875" y="31357"/>
                </a:lnTo>
                <a:cubicBezTo>
                  <a:pt x="57108" y="31357"/>
                  <a:pt x="57308" y="31156"/>
                  <a:pt x="57308" y="30923"/>
                </a:cubicBezTo>
                <a:lnTo>
                  <a:pt x="57308" y="27254"/>
                </a:lnTo>
                <a:cubicBezTo>
                  <a:pt x="57308" y="27020"/>
                  <a:pt x="57108" y="26853"/>
                  <a:pt x="56875" y="26853"/>
                </a:cubicBezTo>
                <a:close/>
                <a:moveTo>
                  <a:pt x="59443" y="26853"/>
                </a:moveTo>
                <a:cubicBezTo>
                  <a:pt x="59210" y="26853"/>
                  <a:pt x="59009" y="27020"/>
                  <a:pt x="59009" y="27254"/>
                </a:cubicBezTo>
                <a:lnTo>
                  <a:pt x="59009" y="30923"/>
                </a:lnTo>
                <a:cubicBezTo>
                  <a:pt x="59009" y="31156"/>
                  <a:pt x="59210" y="31357"/>
                  <a:pt x="59443" y="31357"/>
                </a:cubicBezTo>
                <a:lnTo>
                  <a:pt x="63446" y="31357"/>
                </a:lnTo>
                <a:cubicBezTo>
                  <a:pt x="63646" y="31357"/>
                  <a:pt x="63846" y="31156"/>
                  <a:pt x="63846" y="30923"/>
                </a:cubicBezTo>
                <a:lnTo>
                  <a:pt x="63846" y="27254"/>
                </a:lnTo>
                <a:cubicBezTo>
                  <a:pt x="63846" y="27020"/>
                  <a:pt x="63646" y="26853"/>
                  <a:pt x="63446" y="26853"/>
                </a:cubicBezTo>
                <a:close/>
                <a:moveTo>
                  <a:pt x="65981" y="26853"/>
                </a:moveTo>
                <a:cubicBezTo>
                  <a:pt x="65748" y="26853"/>
                  <a:pt x="65581" y="27020"/>
                  <a:pt x="65581" y="27254"/>
                </a:cubicBezTo>
                <a:lnTo>
                  <a:pt x="65581" y="30923"/>
                </a:lnTo>
                <a:cubicBezTo>
                  <a:pt x="65581" y="31156"/>
                  <a:pt x="65748" y="31357"/>
                  <a:pt x="65981" y="31357"/>
                </a:cubicBezTo>
                <a:lnTo>
                  <a:pt x="69984" y="31357"/>
                </a:lnTo>
                <a:cubicBezTo>
                  <a:pt x="70217" y="31357"/>
                  <a:pt x="70418" y="31156"/>
                  <a:pt x="70418" y="30923"/>
                </a:cubicBezTo>
                <a:lnTo>
                  <a:pt x="70418" y="27254"/>
                </a:lnTo>
                <a:cubicBezTo>
                  <a:pt x="70418" y="27020"/>
                  <a:pt x="70217" y="26853"/>
                  <a:pt x="69984" y="26853"/>
                </a:cubicBezTo>
                <a:close/>
                <a:moveTo>
                  <a:pt x="72552" y="26853"/>
                </a:moveTo>
                <a:cubicBezTo>
                  <a:pt x="72319" y="26853"/>
                  <a:pt x="72119" y="27020"/>
                  <a:pt x="72119" y="27254"/>
                </a:cubicBezTo>
                <a:lnTo>
                  <a:pt x="72119" y="30923"/>
                </a:lnTo>
                <a:cubicBezTo>
                  <a:pt x="72119" y="31156"/>
                  <a:pt x="72319" y="31357"/>
                  <a:pt x="72552" y="31357"/>
                </a:cubicBezTo>
                <a:lnTo>
                  <a:pt x="76555" y="31357"/>
                </a:lnTo>
                <a:cubicBezTo>
                  <a:pt x="76789" y="31357"/>
                  <a:pt x="76956" y="31156"/>
                  <a:pt x="76956" y="30923"/>
                </a:cubicBezTo>
                <a:lnTo>
                  <a:pt x="76956" y="27254"/>
                </a:lnTo>
                <a:cubicBezTo>
                  <a:pt x="76956" y="27020"/>
                  <a:pt x="76789" y="26853"/>
                  <a:pt x="76555" y="2685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6116020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6116020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6116020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6116020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7319514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7319514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201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7319514" y="3360207"/>
            <a:ext cx="126826" cy="12271"/>
          </a:xfrm>
          <a:custGeom>
            <a:avLst/>
            <a:gdLst/>
            <a:ahLst/>
            <a:cxnLst/>
            <a:rect l="l" t="t" r="r" b="b"/>
            <a:pathLst>
              <a:path w="4837" h="468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467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467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7835522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7319514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7319514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7835522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766323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766323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766323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7663231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"/>
          <p:cNvSpPr/>
          <p:nvPr/>
        </p:nvSpPr>
        <p:spPr>
          <a:xfrm>
            <a:off x="7663231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766323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8006947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7835522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7491805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7835522" y="3204513"/>
            <a:ext cx="298279" cy="13136"/>
          </a:xfrm>
          <a:custGeom>
            <a:avLst/>
            <a:gdLst/>
            <a:ahLst/>
            <a:cxnLst/>
            <a:rect l="l" t="t" r="r" b="b"/>
            <a:pathLst>
              <a:path w="11376" h="501" extrusionOk="0">
                <a:moveTo>
                  <a:pt x="401" y="1"/>
                </a:moveTo>
                <a:cubicBezTo>
                  <a:pt x="168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10975" y="67"/>
                </a:lnTo>
                <a:cubicBezTo>
                  <a:pt x="11209" y="67"/>
                  <a:pt x="11376" y="267"/>
                  <a:pt x="11376" y="501"/>
                </a:cubicBezTo>
                <a:lnTo>
                  <a:pt x="11376" y="401"/>
                </a:lnTo>
                <a:cubicBezTo>
                  <a:pt x="11376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7835522" y="3061064"/>
            <a:ext cx="298279" cy="13162"/>
          </a:xfrm>
          <a:custGeom>
            <a:avLst/>
            <a:gdLst/>
            <a:ahLst/>
            <a:cxnLst/>
            <a:rect l="l" t="t" r="r" b="b"/>
            <a:pathLst>
              <a:path w="11376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10975" y="101"/>
                </a:lnTo>
                <a:cubicBezTo>
                  <a:pt x="11209" y="101"/>
                  <a:pt x="11376" y="268"/>
                  <a:pt x="11376" y="501"/>
                </a:cubicBezTo>
                <a:lnTo>
                  <a:pt x="11376" y="435"/>
                </a:lnTo>
                <a:cubicBezTo>
                  <a:pt x="11376" y="201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8006947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7835522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0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8006947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7491805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7491805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491805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7491805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167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8162641" y="2772461"/>
            <a:ext cx="111986" cy="114581"/>
          </a:xfrm>
          <a:custGeom>
            <a:avLst/>
            <a:gdLst/>
            <a:ahLst/>
            <a:cxnLst/>
            <a:rect l="l" t="t" r="r" b="b"/>
            <a:pathLst>
              <a:path w="4271" h="4370" extrusionOk="0">
                <a:moveTo>
                  <a:pt x="2135" y="0"/>
                </a:moveTo>
                <a:cubicBezTo>
                  <a:pt x="968" y="0"/>
                  <a:pt x="0" y="967"/>
                  <a:pt x="0" y="2168"/>
                </a:cubicBezTo>
                <a:cubicBezTo>
                  <a:pt x="0" y="3403"/>
                  <a:pt x="968" y="4370"/>
                  <a:pt x="2135" y="4370"/>
                </a:cubicBezTo>
                <a:cubicBezTo>
                  <a:pt x="3336" y="4370"/>
                  <a:pt x="4270" y="3403"/>
                  <a:pt x="4270" y="2168"/>
                </a:cubicBezTo>
                <a:cubicBezTo>
                  <a:pt x="4270" y="967"/>
                  <a:pt x="3336" y="0"/>
                  <a:pt x="2135" y="0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8162641" y="2772461"/>
            <a:ext cx="111986" cy="111959"/>
          </a:xfrm>
          <a:custGeom>
            <a:avLst/>
            <a:gdLst/>
            <a:ahLst/>
            <a:cxnLst/>
            <a:rect l="l" t="t" r="r" b="b"/>
            <a:pathLst>
              <a:path w="4271" h="4270" extrusionOk="0">
                <a:moveTo>
                  <a:pt x="2135" y="0"/>
                </a:moveTo>
                <a:cubicBezTo>
                  <a:pt x="968" y="0"/>
                  <a:pt x="0" y="934"/>
                  <a:pt x="0" y="2135"/>
                </a:cubicBezTo>
                <a:cubicBezTo>
                  <a:pt x="0" y="3302"/>
                  <a:pt x="968" y="4270"/>
                  <a:pt x="2135" y="4270"/>
                </a:cubicBezTo>
                <a:cubicBezTo>
                  <a:pt x="3336" y="4270"/>
                  <a:pt x="4270" y="3302"/>
                  <a:pt x="4270" y="2135"/>
                </a:cubicBezTo>
                <a:cubicBezTo>
                  <a:pt x="4270" y="934"/>
                  <a:pt x="3336" y="0"/>
                  <a:pt x="2135" y="0"/>
                </a:cubicBezTo>
                <a:close/>
              </a:path>
            </a:pathLst>
          </a:custGeom>
          <a:solidFill>
            <a:srgbClr val="B6BA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8173129" y="2782084"/>
            <a:ext cx="91875" cy="92714"/>
          </a:xfrm>
          <a:custGeom>
            <a:avLst/>
            <a:gdLst/>
            <a:ahLst/>
            <a:cxnLst/>
            <a:rect l="l" t="t" r="r" b="b"/>
            <a:pathLst>
              <a:path w="3504" h="3536" extrusionOk="0">
                <a:moveTo>
                  <a:pt x="1735" y="0"/>
                </a:moveTo>
                <a:cubicBezTo>
                  <a:pt x="768" y="0"/>
                  <a:pt x="1" y="801"/>
                  <a:pt x="1" y="1768"/>
                </a:cubicBezTo>
                <a:cubicBezTo>
                  <a:pt x="1" y="2735"/>
                  <a:pt x="768" y="3536"/>
                  <a:pt x="1735" y="3536"/>
                </a:cubicBezTo>
                <a:cubicBezTo>
                  <a:pt x="2703" y="3536"/>
                  <a:pt x="3503" y="2735"/>
                  <a:pt x="3503" y="1768"/>
                </a:cubicBezTo>
                <a:cubicBezTo>
                  <a:pt x="3503" y="801"/>
                  <a:pt x="2703" y="0"/>
                  <a:pt x="1735" y="0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8173129" y="2827549"/>
            <a:ext cx="91875" cy="47248"/>
          </a:xfrm>
          <a:custGeom>
            <a:avLst/>
            <a:gdLst/>
            <a:ahLst/>
            <a:cxnLst/>
            <a:rect l="l" t="t" r="r" b="b"/>
            <a:pathLst>
              <a:path w="3504" h="1802" extrusionOk="0">
                <a:moveTo>
                  <a:pt x="1" y="1"/>
                </a:moveTo>
                <a:cubicBezTo>
                  <a:pt x="1" y="1"/>
                  <a:pt x="1" y="34"/>
                  <a:pt x="1" y="34"/>
                </a:cubicBezTo>
                <a:cubicBezTo>
                  <a:pt x="1" y="1001"/>
                  <a:pt x="768" y="1802"/>
                  <a:pt x="1735" y="1802"/>
                </a:cubicBezTo>
                <a:cubicBezTo>
                  <a:pt x="2703" y="1802"/>
                  <a:pt x="3503" y="1001"/>
                  <a:pt x="3503" y="34"/>
                </a:cubicBezTo>
                <a:cubicBezTo>
                  <a:pt x="3503" y="34"/>
                  <a:pt x="3503" y="34"/>
                  <a:pt x="3503" y="1"/>
                </a:cubicBezTo>
                <a:cubicBezTo>
                  <a:pt x="3503" y="968"/>
                  <a:pt x="2703" y="1735"/>
                  <a:pt x="1735" y="1735"/>
                </a:cubicBezTo>
                <a:cubicBezTo>
                  <a:pt x="768" y="1735"/>
                  <a:pt x="1" y="968"/>
                  <a:pt x="1" y="1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5646147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5" y="899"/>
                </a:moveTo>
                <a:lnTo>
                  <a:pt x="125" y="899"/>
                </a:lnTo>
                <a:cubicBezTo>
                  <a:pt x="132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5" y="899"/>
                </a:cubicBezTo>
                <a:close/>
                <a:moveTo>
                  <a:pt x="891" y="1"/>
                </a:moveTo>
                <a:cubicBezTo>
                  <a:pt x="329" y="1"/>
                  <a:pt x="1" y="409"/>
                  <a:pt x="125" y="899"/>
                </a:cubicBezTo>
                <a:lnTo>
                  <a:pt x="125" y="899"/>
                </a:lnTo>
                <a:cubicBezTo>
                  <a:pt x="49" y="429"/>
                  <a:pt x="373" y="67"/>
                  <a:pt x="891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8" y="1"/>
                  <a:pt x="891" y="1"/>
                </a:cubicBezTo>
                <a:close/>
              </a:path>
            </a:pathLst>
          </a:custGeom>
          <a:solidFill>
            <a:srgbClr val="FFFF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5764205" y="2701671"/>
            <a:ext cx="68886" cy="31575"/>
          </a:xfrm>
          <a:custGeom>
            <a:avLst/>
            <a:gdLst/>
            <a:ahLst/>
            <a:cxnLst/>
            <a:rect l="l" t="t" r="r" b="b"/>
            <a:pathLst>
              <a:path w="2258" h="1035" extrusionOk="0">
                <a:moveTo>
                  <a:pt x="124" y="899"/>
                </a:moveTo>
                <a:cubicBezTo>
                  <a:pt x="131" y="943"/>
                  <a:pt x="142" y="989"/>
                  <a:pt x="156" y="1035"/>
                </a:cubicBezTo>
                <a:cubicBezTo>
                  <a:pt x="156" y="1001"/>
                  <a:pt x="156" y="1001"/>
                  <a:pt x="156" y="1001"/>
                </a:cubicBezTo>
                <a:cubicBezTo>
                  <a:pt x="143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8" y="1"/>
                  <a:pt x="0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0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7" y="1"/>
                  <a:pt x="890" y="1"/>
                </a:cubicBezTo>
                <a:close/>
              </a:path>
            </a:pathLst>
          </a:custGeom>
          <a:solidFill>
            <a:srgbClr val="FF52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5882232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4" y="899"/>
                </a:moveTo>
                <a:cubicBezTo>
                  <a:pt x="131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9" y="1"/>
                  <a:pt x="1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91" y="1"/>
                  <a:pt x="890" y="1"/>
                </a:cubicBezTo>
                <a:close/>
              </a:path>
            </a:pathLst>
          </a:custGeom>
          <a:solidFill>
            <a:srgbClr val="45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7158576" y="2327273"/>
            <a:ext cx="26" cy="52492"/>
          </a:xfrm>
          <a:custGeom>
            <a:avLst/>
            <a:gdLst/>
            <a:ahLst/>
            <a:cxnLst/>
            <a:rect l="l" t="t" r="r" b="b"/>
            <a:pathLst>
              <a:path w="1" h="2002" extrusionOk="0">
                <a:moveTo>
                  <a:pt x="0" y="2002"/>
                </a:moveTo>
                <a:lnTo>
                  <a:pt x="0" y="0"/>
                </a:lnTo>
              </a:path>
            </a:pathLst>
          </a:custGeom>
          <a:solidFill>
            <a:srgbClr val="1F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7807545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0" y="268"/>
                  <a:pt x="0" y="601"/>
                </a:cubicBezTo>
                <a:cubicBezTo>
                  <a:pt x="0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7935236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646607" y="2523460"/>
            <a:ext cx="697111" cy="32408"/>
          </a:xfrm>
          <a:custGeom>
            <a:avLst/>
            <a:gdLst/>
            <a:ahLst/>
            <a:cxnLst/>
            <a:rect l="l" t="t" r="r" b="b"/>
            <a:pathLst>
              <a:path w="26587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25953" y="1235"/>
                </a:lnTo>
                <a:cubicBezTo>
                  <a:pt x="26286" y="1235"/>
                  <a:pt x="26586" y="968"/>
                  <a:pt x="26586" y="601"/>
                </a:cubicBezTo>
                <a:cubicBezTo>
                  <a:pt x="26586" y="268"/>
                  <a:pt x="26286" y="1"/>
                  <a:pt x="25953" y="1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8170507" y="2589954"/>
            <a:ext cx="136475" cy="33247"/>
          </a:xfrm>
          <a:custGeom>
            <a:avLst/>
            <a:gdLst/>
            <a:ahLst/>
            <a:cxnLst/>
            <a:rect l="l" t="t" r="r" b="b"/>
            <a:pathLst>
              <a:path w="5205" h="1268" extrusionOk="0">
                <a:moveTo>
                  <a:pt x="634" y="0"/>
                </a:moveTo>
                <a:cubicBezTo>
                  <a:pt x="267" y="0"/>
                  <a:pt x="1" y="300"/>
                  <a:pt x="1" y="634"/>
                </a:cubicBezTo>
                <a:cubicBezTo>
                  <a:pt x="1" y="1001"/>
                  <a:pt x="267" y="1268"/>
                  <a:pt x="634" y="1268"/>
                </a:cubicBezTo>
                <a:lnTo>
                  <a:pt x="4571" y="1268"/>
                </a:lnTo>
                <a:cubicBezTo>
                  <a:pt x="4937" y="1268"/>
                  <a:pt x="5204" y="1001"/>
                  <a:pt x="5204" y="634"/>
                </a:cubicBezTo>
                <a:cubicBezTo>
                  <a:pt x="5204" y="300"/>
                  <a:pt x="4937" y="0"/>
                  <a:pt x="4571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8027084" y="2589954"/>
            <a:ext cx="123339" cy="33247"/>
          </a:xfrm>
          <a:custGeom>
            <a:avLst/>
            <a:gdLst/>
            <a:ahLst/>
            <a:cxnLst/>
            <a:rect l="l" t="t" r="r" b="b"/>
            <a:pathLst>
              <a:path w="4704" h="1268" extrusionOk="0">
                <a:moveTo>
                  <a:pt x="634" y="0"/>
                </a:moveTo>
                <a:cubicBezTo>
                  <a:pt x="300" y="0"/>
                  <a:pt x="0" y="300"/>
                  <a:pt x="0" y="634"/>
                </a:cubicBezTo>
                <a:cubicBezTo>
                  <a:pt x="0" y="1001"/>
                  <a:pt x="300" y="1268"/>
                  <a:pt x="634" y="1268"/>
                </a:cubicBezTo>
                <a:lnTo>
                  <a:pt x="4070" y="1268"/>
                </a:lnTo>
                <a:cubicBezTo>
                  <a:pt x="4437" y="1268"/>
                  <a:pt x="4703" y="1001"/>
                  <a:pt x="4703" y="634"/>
                </a:cubicBezTo>
                <a:cubicBezTo>
                  <a:pt x="4703" y="300"/>
                  <a:pt x="4403" y="0"/>
                  <a:pt x="4070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7916882" y="2122898"/>
            <a:ext cx="649863" cy="545796"/>
          </a:xfrm>
          <a:custGeom>
            <a:avLst/>
            <a:gdLst/>
            <a:ahLst/>
            <a:cxnLst/>
            <a:rect l="l" t="t" r="r" b="b"/>
            <a:pathLst>
              <a:path w="24785" h="20816" extrusionOk="0">
                <a:moveTo>
                  <a:pt x="20815" y="0"/>
                </a:moveTo>
                <a:lnTo>
                  <a:pt x="0" y="20815"/>
                </a:lnTo>
                <a:lnTo>
                  <a:pt x="4303" y="20815"/>
                </a:lnTo>
                <a:lnTo>
                  <a:pt x="24584" y="534"/>
                </a:lnTo>
                <a:lnTo>
                  <a:pt x="24784" y="0"/>
                </a:lnTo>
                <a:close/>
              </a:path>
            </a:pathLst>
          </a:custGeom>
          <a:solidFill>
            <a:srgbClr val="E1F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4992525" y="1047062"/>
            <a:ext cx="2624530" cy="1703569"/>
          </a:xfrm>
          <a:custGeom>
            <a:avLst/>
            <a:gdLst/>
            <a:ahLst/>
            <a:cxnLst/>
            <a:rect l="l" t="t" r="r" b="b"/>
            <a:pathLst>
              <a:path w="86029" h="55841" extrusionOk="0">
                <a:moveTo>
                  <a:pt x="2102" y="1"/>
                </a:moveTo>
                <a:cubicBezTo>
                  <a:pt x="935" y="1"/>
                  <a:pt x="1" y="935"/>
                  <a:pt x="1" y="2102"/>
                </a:cubicBezTo>
                <a:lnTo>
                  <a:pt x="1" y="53739"/>
                </a:lnTo>
                <a:cubicBezTo>
                  <a:pt x="1" y="54907"/>
                  <a:pt x="935" y="55841"/>
                  <a:pt x="2102" y="55841"/>
                </a:cubicBezTo>
                <a:lnTo>
                  <a:pt x="83894" y="55841"/>
                </a:lnTo>
                <a:cubicBezTo>
                  <a:pt x="85062" y="55841"/>
                  <a:pt x="86029" y="54907"/>
                  <a:pt x="86029" y="53739"/>
                </a:cubicBezTo>
                <a:lnTo>
                  <a:pt x="86029" y="2102"/>
                </a:lnTo>
                <a:cubicBezTo>
                  <a:pt x="86029" y="935"/>
                  <a:pt x="85062" y="1"/>
                  <a:pt x="83894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4992525" y="1047062"/>
            <a:ext cx="2624530" cy="274812"/>
          </a:xfrm>
          <a:custGeom>
            <a:avLst/>
            <a:gdLst/>
            <a:ahLst/>
            <a:cxnLst/>
            <a:rect l="l" t="t" r="r" b="b"/>
            <a:pathLst>
              <a:path w="86029" h="9008" extrusionOk="0">
                <a:moveTo>
                  <a:pt x="2436" y="1"/>
                </a:moveTo>
                <a:cubicBezTo>
                  <a:pt x="1102" y="1"/>
                  <a:pt x="1" y="1068"/>
                  <a:pt x="1" y="2436"/>
                </a:cubicBezTo>
                <a:lnTo>
                  <a:pt x="1" y="9007"/>
                </a:lnTo>
                <a:lnTo>
                  <a:pt x="86029" y="9007"/>
                </a:lnTo>
                <a:lnTo>
                  <a:pt x="86029" y="2436"/>
                </a:lnTo>
                <a:cubicBezTo>
                  <a:pt x="86029" y="1102"/>
                  <a:pt x="84928" y="1"/>
                  <a:pt x="835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5098380" y="1404255"/>
            <a:ext cx="2417933" cy="1256817"/>
          </a:xfrm>
          <a:custGeom>
            <a:avLst/>
            <a:gdLst/>
            <a:ahLst/>
            <a:cxnLst/>
            <a:rect l="l" t="t" r="r" b="b"/>
            <a:pathLst>
              <a:path w="79257" h="41197" extrusionOk="0">
                <a:moveTo>
                  <a:pt x="77522" y="41196"/>
                </a:moveTo>
                <a:lnTo>
                  <a:pt x="1735" y="41196"/>
                </a:lnTo>
                <a:cubicBezTo>
                  <a:pt x="767" y="41196"/>
                  <a:pt x="0" y="40429"/>
                  <a:pt x="0" y="39462"/>
                </a:cubicBezTo>
                <a:lnTo>
                  <a:pt x="0" y="1735"/>
                </a:lnTo>
                <a:cubicBezTo>
                  <a:pt x="0" y="768"/>
                  <a:pt x="767" y="0"/>
                  <a:pt x="1735" y="0"/>
                </a:cubicBezTo>
                <a:lnTo>
                  <a:pt x="77522" y="0"/>
                </a:lnTo>
                <a:cubicBezTo>
                  <a:pt x="78489" y="0"/>
                  <a:pt x="79257" y="768"/>
                  <a:pt x="79257" y="1735"/>
                </a:cubicBezTo>
                <a:lnTo>
                  <a:pt x="79257" y="39462"/>
                </a:lnTo>
                <a:cubicBezTo>
                  <a:pt x="79257" y="40429"/>
                  <a:pt x="78489" y="41196"/>
                  <a:pt x="77522" y="41196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5168574" y="1477530"/>
            <a:ext cx="57019" cy="116020"/>
          </a:xfrm>
          <a:custGeom>
            <a:avLst/>
            <a:gdLst/>
            <a:ahLst/>
            <a:cxnLst/>
            <a:rect l="l" t="t" r="r" b="b"/>
            <a:pathLst>
              <a:path w="1869" h="3803" fill="none" extrusionOk="0">
                <a:moveTo>
                  <a:pt x="1869" y="0"/>
                </a:moveTo>
                <a:lnTo>
                  <a:pt x="1" y="1901"/>
                </a:lnTo>
                <a:lnTo>
                  <a:pt x="1869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5371072" y="1477530"/>
            <a:ext cx="58056" cy="116020"/>
          </a:xfrm>
          <a:custGeom>
            <a:avLst/>
            <a:gdLst/>
            <a:ahLst/>
            <a:cxnLst/>
            <a:rect l="l" t="t" r="r" b="b"/>
            <a:pathLst>
              <a:path w="1903" h="3803" fill="none" extrusionOk="0">
                <a:moveTo>
                  <a:pt x="1" y="0"/>
                </a:moveTo>
                <a:lnTo>
                  <a:pt x="1902" y="1901"/>
                </a:lnTo>
                <a:lnTo>
                  <a:pt x="1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5274399" y="1477530"/>
            <a:ext cx="45822" cy="126210"/>
          </a:xfrm>
          <a:custGeom>
            <a:avLst/>
            <a:gdLst/>
            <a:ahLst/>
            <a:cxnLst/>
            <a:rect l="l" t="t" r="r" b="b"/>
            <a:pathLst>
              <a:path w="1502" h="4137" fill="none" extrusionOk="0">
                <a:moveTo>
                  <a:pt x="1" y="4136"/>
                </a:moveTo>
                <a:lnTo>
                  <a:pt x="1502" y="0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5473847" y="1588419"/>
            <a:ext cx="32613" cy="32613"/>
          </a:xfrm>
          <a:custGeom>
            <a:avLst/>
            <a:gdLst/>
            <a:ahLst/>
            <a:cxnLst/>
            <a:rect l="l" t="t" r="r" b="b"/>
            <a:pathLst>
              <a:path w="1069" h="1069" extrusionOk="0">
                <a:moveTo>
                  <a:pt x="535" y="1"/>
                </a:moveTo>
                <a:cubicBezTo>
                  <a:pt x="234" y="1"/>
                  <a:pt x="1" y="234"/>
                  <a:pt x="1" y="535"/>
                </a:cubicBezTo>
                <a:cubicBezTo>
                  <a:pt x="1" y="802"/>
                  <a:pt x="234" y="1068"/>
                  <a:pt x="535" y="1068"/>
                </a:cubicBezTo>
                <a:cubicBezTo>
                  <a:pt x="835" y="1068"/>
                  <a:pt x="1068" y="802"/>
                  <a:pt x="1068" y="535"/>
                </a:cubicBezTo>
                <a:cubicBezTo>
                  <a:pt x="1068" y="234"/>
                  <a:pt x="835" y="1"/>
                  <a:pt x="535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552168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67" y="1"/>
                  <a:pt x="0" y="234"/>
                  <a:pt x="0" y="535"/>
                </a:cubicBezTo>
                <a:cubicBezTo>
                  <a:pt x="0" y="802"/>
                  <a:pt x="267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7"/>
          <p:cNvSpPr/>
          <p:nvPr/>
        </p:nvSpPr>
        <p:spPr>
          <a:xfrm>
            <a:off x="558986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34" y="1"/>
                  <a:pt x="0" y="234"/>
                  <a:pt x="0" y="535"/>
                </a:cubicBezTo>
                <a:cubicBezTo>
                  <a:pt x="0" y="802"/>
                  <a:pt x="234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5197067" y="1721730"/>
            <a:ext cx="1737158" cy="31"/>
          </a:xfrm>
          <a:custGeom>
            <a:avLst/>
            <a:gdLst/>
            <a:ahLst/>
            <a:cxnLst/>
            <a:rect l="l" t="t" r="r" b="b"/>
            <a:pathLst>
              <a:path w="56942" h="1" fill="none" extrusionOk="0">
                <a:moveTo>
                  <a:pt x="1" y="1"/>
                </a:moveTo>
                <a:lnTo>
                  <a:pt x="56941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7038920" y="1721730"/>
            <a:ext cx="134355" cy="31"/>
          </a:xfrm>
          <a:custGeom>
            <a:avLst/>
            <a:gdLst/>
            <a:ahLst/>
            <a:cxnLst/>
            <a:rect l="l" t="t" r="r" b="b"/>
            <a:pathLst>
              <a:path w="4404" h="1" fill="none" extrusionOk="0">
                <a:moveTo>
                  <a:pt x="0" y="1"/>
                </a:moveTo>
                <a:lnTo>
                  <a:pt x="4403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7247520" y="1721730"/>
            <a:ext cx="170995" cy="31"/>
          </a:xfrm>
          <a:custGeom>
            <a:avLst/>
            <a:gdLst/>
            <a:ahLst/>
            <a:cxnLst/>
            <a:rect l="l" t="t" r="r" b="b"/>
            <a:pathLst>
              <a:path w="5605" h="1" fill="none" extrusionOk="0">
                <a:moveTo>
                  <a:pt x="0" y="1"/>
                </a:moveTo>
                <a:lnTo>
                  <a:pt x="5604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7"/>
          <p:cNvSpPr/>
          <p:nvPr/>
        </p:nvSpPr>
        <p:spPr>
          <a:xfrm>
            <a:off x="5197067" y="1858091"/>
            <a:ext cx="1086891" cy="31"/>
          </a:xfrm>
          <a:custGeom>
            <a:avLst/>
            <a:gdLst/>
            <a:ahLst/>
            <a:cxnLst/>
            <a:rect l="l" t="t" r="r" b="b"/>
            <a:pathLst>
              <a:path w="35627" h="1" fill="none" extrusionOk="0">
                <a:moveTo>
                  <a:pt x="1" y="1"/>
                </a:moveTo>
                <a:lnTo>
                  <a:pt x="35626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6444635" y="1858091"/>
            <a:ext cx="195431" cy="31"/>
          </a:xfrm>
          <a:custGeom>
            <a:avLst/>
            <a:gdLst/>
            <a:ahLst/>
            <a:cxnLst/>
            <a:rect l="l" t="t" r="r" b="b"/>
            <a:pathLst>
              <a:path w="6406" h="1" fill="none" extrusionOk="0">
                <a:moveTo>
                  <a:pt x="1" y="1"/>
                </a:moveTo>
                <a:lnTo>
                  <a:pt x="6405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6110870" y="1936461"/>
            <a:ext cx="529214" cy="31"/>
          </a:xfrm>
          <a:custGeom>
            <a:avLst/>
            <a:gdLst/>
            <a:ahLst/>
            <a:cxnLst/>
            <a:rect l="l" t="t" r="r" b="b"/>
            <a:pathLst>
              <a:path w="17347" h="1" fill="none" extrusionOk="0">
                <a:moveTo>
                  <a:pt x="17346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5931770" y="1936461"/>
            <a:ext cx="106898" cy="31"/>
          </a:xfrm>
          <a:custGeom>
            <a:avLst/>
            <a:gdLst/>
            <a:ahLst/>
            <a:cxnLst/>
            <a:rect l="l" t="t" r="r" b="b"/>
            <a:pathLst>
              <a:path w="3504" h="1" fill="none" extrusionOk="0">
                <a:moveTo>
                  <a:pt x="3503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5740468" y="1936461"/>
            <a:ext cx="106868" cy="31"/>
          </a:xfrm>
          <a:custGeom>
            <a:avLst/>
            <a:gdLst/>
            <a:ahLst/>
            <a:cxnLst/>
            <a:rect l="l" t="t" r="r" b="b"/>
            <a:pathLst>
              <a:path w="3503" h="1" fill="none" extrusionOk="0">
                <a:moveTo>
                  <a:pt x="3503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5550172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5358870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5358870" y="2032097"/>
            <a:ext cx="1647588" cy="31"/>
          </a:xfrm>
          <a:custGeom>
            <a:avLst/>
            <a:gdLst/>
            <a:ahLst/>
            <a:cxnLst/>
            <a:rect l="l" t="t" r="r" b="b"/>
            <a:pathLst>
              <a:path w="54006" h="1" fill="none" extrusionOk="0">
                <a:moveTo>
                  <a:pt x="54006" y="1"/>
                </a:moveTo>
                <a:lnTo>
                  <a:pt x="0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5197067" y="1936461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5197067" y="2032097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5197067" y="2127763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5197067" y="2223399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7106064" y="2032097"/>
            <a:ext cx="226976" cy="31"/>
          </a:xfrm>
          <a:custGeom>
            <a:avLst/>
            <a:gdLst/>
            <a:ahLst/>
            <a:cxnLst/>
            <a:rect l="l" t="t" r="r" b="b"/>
            <a:pathLst>
              <a:path w="7440" h="1" fill="none" extrusionOk="0">
                <a:moveTo>
                  <a:pt x="1" y="1"/>
                </a:moveTo>
                <a:lnTo>
                  <a:pt x="7439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5354813" y="212776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5354813" y="222544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5354813" y="232416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5354813" y="242184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6110870" y="2421840"/>
            <a:ext cx="928130" cy="31"/>
          </a:xfrm>
          <a:custGeom>
            <a:avLst/>
            <a:gdLst/>
            <a:ahLst/>
            <a:cxnLst/>
            <a:rect l="l" t="t" r="r" b="b"/>
            <a:pathLst>
              <a:path w="30423" h="1" fill="none" extrusionOk="0">
                <a:moveTo>
                  <a:pt x="0" y="1"/>
                </a:moveTo>
                <a:lnTo>
                  <a:pt x="30422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6661380" y="2324160"/>
            <a:ext cx="377591" cy="31"/>
          </a:xfrm>
          <a:custGeom>
            <a:avLst/>
            <a:gdLst/>
            <a:ahLst/>
            <a:cxnLst/>
            <a:rect l="l" t="t" r="r" b="b"/>
            <a:pathLst>
              <a:path w="12377" h="1" fill="none" extrusionOk="0">
                <a:moveTo>
                  <a:pt x="1" y="0"/>
                </a:moveTo>
                <a:lnTo>
                  <a:pt x="12376" y="0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6889319" y="2223399"/>
            <a:ext cx="149639" cy="31"/>
          </a:xfrm>
          <a:custGeom>
            <a:avLst/>
            <a:gdLst/>
            <a:ahLst/>
            <a:cxnLst/>
            <a:rect l="l" t="t" r="r" b="b"/>
            <a:pathLst>
              <a:path w="4905" h="1" fill="none" extrusionOk="0">
                <a:moveTo>
                  <a:pt x="1" y="1"/>
                </a:moveTo>
                <a:lnTo>
                  <a:pt x="4904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7602007" y="1310369"/>
            <a:ext cx="1114298" cy="1734401"/>
          </a:xfrm>
          <a:custGeom>
            <a:avLst/>
            <a:gdLst/>
            <a:ahLst/>
            <a:cxnLst/>
            <a:rect l="l" t="t" r="r" b="b"/>
            <a:pathLst>
              <a:path w="42498" h="66148" extrusionOk="0">
                <a:moveTo>
                  <a:pt x="2169" y="1"/>
                </a:moveTo>
                <a:cubicBezTo>
                  <a:pt x="968" y="1"/>
                  <a:pt x="0" y="968"/>
                  <a:pt x="0" y="2169"/>
                </a:cubicBezTo>
                <a:lnTo>
                  <a:pt x="0" y="63980"/>
                </a:lnTo>
                <a:cubicBezTo>
                  <a:pt x="0" y="65181"/>
                  <a:pt x="968" y="66148"/>
                  <a:pt x="2169" y="66148"/>
                </a:cubicBezTo>
                <a:lnTo>
                  <a:pt x="40329" y="66148"/>
                </a:lnTo>
                <a:cubicBezTo>
                  <a:pt x="41530" y="66148"/>
                  <a:pt x="42497" y="65181"/>
                  <a:pt x="42497" y="63980"/>
                </a:cubicBezTo>
                <a:lnTo>
                  <a:pt x="42497" y="2169"/>
                </a:lnTo>
                <a:cubicBezTo>
                  <a:pt x="42497" y="968"/>
                  <a:pt x="41530" y="1"/>
                  <a:pt x="403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7602007" y="1310369"/>
            <a:ext cx="1114298" cy="157451"/>
          </a:xfrm>
          <a:custGeom>
            <a:avLst/>
            <a:gdLst/>
            <a:ahLst/>
            <a:cxnLst/>
            <a:rect l="l" t="t" r="r" b="b"/>
            <a:pathLst>
              <a:path w="42498" h="6005" extrusionOk="0">
                <a:moveTo>
                  <a:pt x="1635" y="1"/>
                </a:moveTo>
                <a:cubicBezTo>
                  <a:pt x="734" y="1"/>
                  <a:pt x="0" y="734"/>
                  <a:pt x="0" y="1635"/>
                </a:cubicBezTo>
                <a:lnTo>
                  <a:pt x="0" y="6005"/>
                </a:lnTo>
                <a:lnTo>
                  <a:pt x="42497" y="6005"/>
                </a:lnTo>
                <a:lnTo>
                  <a:pt x="42497" y="1635"/>
                </a:lnTo>
                <a:cubicBezTo>
                  <a:pt x="42497" y="734"/>
                  <a:pt x="41764" y="1"/>
                  <a:pt x="4086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7662365" y="1515042"/>
            <a:ext cx="996203" cy="1478126"/>
          </a:xfrm>
          <a:custGeom>
            <a:avLst/>
            <a:gdLst/>
            <a:ahLst/>
            <a:cxnLst/>
            <a:rect l="l" t="t" r="r" b="b"/>
            <a:pathLst>
              <a:path w="37994" h="56374" extrusionOk="0">
                <a:moveTo>
                  <a:pt x="36259" y="56374"/>
                </a:moveTo>
                <a:lnTo>
                  <a:pt x="1768" y="56374"/>
                </a:lnTo>
                <a:cubicBezTo>
                  <a:pt x="801" y="56374"/>
                  <a:pt x="0" y="55607"/>
                  <a:pt x="0" y="54639"/>
                </a:cubicBezTo>
                <a:lnTo>
                  <a:pt x="0" y="1735"/>
                </a:lnTo>
                <a:cubicBezTo>
                  <a:pt x="0" y="767"/>
                  <a:pt x="801" y="0"/>
                  <a:pt x="1768" y="0"/>
                </a:cubicBezTo>
                <a:lnTo>
                  <a:pt x="36259" y="0"/>
                </a:lnTo>
                <a:cubicBezTo>
                  <a:pt x="37227" y="0"/>
                  <a:pt x="37994" y="767"/>
                  <a:pt x="37994" y="1735"/>
                </a:cubicBezTo>
                <a:lnTo>
                  <a:pt x="37994" y="54639"/>
                </a:lnTo>
                <a:cubicBezTo>
                  <a:pt x="37994" y="55607"/>
                  <a:pt x="37227" y="56374"/>
                  <a:pt x="36259" y="56374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7905503" y="1362835"/>
            <a:ext cx="53384" cy="27164"/>
          </a:xfrm>
          <a:custGeom>
            <a:avLst/>
            <a:gdLst/>
            <a:ahLst/>
            <a:cxnLst/>
            <a:rect l="l" t="t" r="r" b="b"/>
            <a:pathLst>
              <a:path w="2036" h="1036" extrusionOk="0">
                <a:moveTo>
                  <a:pt x="1001" y="1"/>
                </a:moveTo>
                <a:cubicBezTo>
                  <a:pt x="434" y="1"/>
                  <a:pt x="0" y="435"/>
                  <a:pt x="0" y="1002"/>
                </a:cubicBezTo>
                <a:lnTo>
                  <a:pt x="0" y="1035"/>
                </a:lnTo>
                <a:cubicBezTo>
                  <a:pt x="0" y="468"/>
                  <a:pt x="434" y="1"/>
                  <a:pt x="1001" y="1"/>
                </a:cubicBezTo>
                <a:close/>
                <a:moveTo>
                  <a:pt x="1001" y="1"/>
                </a:moveTo>
                <a:cubicBezTo>
                  <a:pt x="1568" y="1"/>
                  <a:pt x="2035" y="468"/>
                  <a:pt x="2035" y="1035"/>
                </a:cubicBezTo>
                <a:lnTo>
                  <a:pt x="2035" y="1002"/>
                </a:lnTo>
                <a:cubicBezTo>
                  <a:pt x="2035" y="435"/>
                  <a:pt x="1568" y="1"/>
                  <a:pt x="1001" y="1"/>
                </a:cubicBezTo>
                <a:close/>
              </a:path>
            </a:pathLst>
          </a:custGeom>
          <a:solidFill>
            <a:srgbClr val="84F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7710453" y="1688198"/>
            <a:ext cx="707599" cy="16650"/>
          </a:xfrm>
          <a:custGeom>
            <a:avLst/>
            <a:gdLst/>
            <a:ahLst/>
            <a:cxnLst/>
            <a:rect l="l" t="t" r="r" b="b"/>
            <a:pathLst>
              <a:path w="2698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34" y="635"/>
                </a:cubicBezTo>
                <a:lnTo>
                  <a:pt x="26686" y="635"/>
                </a:lnTo>
                <a:cubicBezTo>
                  <a:pt x="26853" y="635"/>
                  <a:pt x="26987" y="501"/>
                  <a:pt x="26987" y="301"/>
                </a:cubicBezTo>
                <a:cubicBezTo>
                  <a:pt x="26987" y="134"/>
                  <a:pt x="26853" y="1"/>
                  <a:pt x="2668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8461758" y="1688198"/>
            <a:ext cx="68251" cy="16650"/>
          </a:xfrm>
          <a:custGeom>
            <a:avLst/>
            <a:gdLst/>
            <a:ahLst/>
            <a:cxnLst/>
            <a:rect l="l" t="t" r="r" b="b"/>
            <a:pathLst>
              <a:path w="2603" h="635" extrusionOk="0">
                <a:moveTo>
                  <a:pt x="301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01" y="635"/>
                </a:cubicBezTo>
                <a:lnTo>
                  <a:pt x="2269" y="635"/>
                </a:lnTo>
                <a:cubicBezTo>
                  <a:pt x="2436" y="635"/>
                  <a:pt x="2602" y="501"/>
                  <a:pt x="2602" y="301"/>
                </a:cubicBezTo>
                <a:cubicBezTo>
                  <a:pt x="2602" y="134"/>
                  <a:pt x="2436" y="1"/>
                  <a:pt x="2269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8556228" y="1688198"/>
            <a:ext cx="55114" cy="16650"/>
          </a:xfrm>
          <a:custGeom>
            <a:avLst/>
            <a:gdLst/>
            <a:ahLst/>
            <a:cxnLst/>
            <a:rect l="l" t="t" r="r" b="b"/>
            <a:pathLst>
              <a:path w="2102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5"/>
                  <a:pt x="300" y="635"/>
                </a:cubicBezTo>
                <a:lnTo>
                  <a:pt x="1768" y="635"/>
                </a:lnTo>
                <a:cubicBezTo>
                  <a:pt x="1968" y="635"/>
                  <a:pt x="2102" y="501"/>
                  <a:pt x="2102" y="301"/>
                </a:cubicBezTo>
                <a:cubicBezTo>
                  <a:pt x="2102" y="134"/>
                  <a:pt x="1968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7710453" y="1766045"/>
            <a:ext cx="404994" cy="16650"/>
          </a:xfrm>
          <a:custGeom>
            <a:avLst/>
            <a:gdLst/>
            <a:ahLst/>
            <a:cxnLst/>
            <a:rect l="l" t="t" r="r" b="b"/>
            <a:pathLst>
              <a:path w="15446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5112" y="634"/>
                </a:lnTo>
                <a:cubicBezTo>
                  <a:pt x="15312" y="634"/>
                  <a:pt x="15445" y="501"/>
                  <a:pt x="15445" y="334"/>
                </a:cubicBezTo>
                <a:cubicBezTo>
                  <a:pt x="15445" y="134"/>
                  <a:pt x="15312" y="1"/>
                  <a:pt x="15112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8122394" y="1766045"/>
            <a:ext cx="127744" cy="16650"/>
          </a:xfrm>
          <a:custGeom>
            <a:avLst/>
            <a:gdLst/>
            <a:ahLst/>
            <a:cxnLst/>
            <a:rect l="l" t="t" r="r" b="b"/>
            <a:pathLst>
              <a:path w="4872" h="635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4571" y="634"/>
                </a:lnTo>
                <a:cubicBezTo>
                  <a:pt x="4738" y="634"/>
                  <a:pt x="4871" y="501"/>
                  <a:pt x="4871" y="334"/>
                </a:cubicBezTo>
                <a:cubicBezTo>
                  <a:pt x="4871" y="134"/>
                  <a:pt x="4738" y="1"/>
                  <a:pt x="4571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8164398" y="1810645"/>
            <a:ext cx="85739" cy="17515"/>
          </a:xfrm>
          <a:custGeom>
            <a:avLst/>
            <a:gdLst/>
            <a:ahLst/>
            <a:cxnLst/>
            <a:rect l="l" t="t" r="r" b="b"/>
            <a:pathLst>
              <a:path w="3270" h="668" extrusionOk="0">
                <a:moveTo>
                  <a:pt x="334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34" y="668"/>
                </a:cubicBezTo>
                <a:lnTo>
                  <a:pt x="2969" y="668"/>
                </a:lnTo>
                <a:cubicBezTo>
                  <a:pt x="3136" y="668"/>
                  <a:pt x="3269" y="501"/>
                  <a:pt x="3269" y="334"/>
                </a:cubicBezTo>
                <a:cubicBezTo>
                  <a:pt x="3269" y="168"/>
                  <a:pt x="3136" y="1"/>
                  <a:pt x="296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8122394" y="1810645"/>
            <a:ext cx="25407" cy="17515"/>
          </a:xfrm>
          <a:custGeom>
            <a:avLst/>
            <a:gdLst/>
            <a:ahLst/>
            <a:cxnLst/>
            <a:rect l="l" t="t" r="r" b="b"/>
            <a:pathLst>
              <a:path w="969" h="668" extrusionOk="0">
                <a:moveTo>
                  <a:pt x="335" y="1"/>
                </a:moveTo>
                <a:cubicBezTo>
                  <a:pt x="168" y="1"/>
                  <a:pt x="1" y="168"/>
                  <a:pt x="1" y="334"/>
                </a:cubicBezTo>
                <a:cubicBezTo>
                  <a:pt x="1" y="535"/>
                  <a:pt x="168" y="668"/>
                  <a:pt x="335" y="668"/>
                </a:cubicBezTo>
                <a:lnTo>
                  <a:pt x="635" y="668"/>
                </a:lnTo>
                <a:cubicBezTo>
                  <a:pt x="802" y="668"/>
                  <a:pt x="968" y="501"/>
                  <a:pt x="968" y="334"/>
                </a:cubicBezTo>
                <a:cubicBezTo>
                  <a:pt x="968" y="168"/>
                  <a:pt x="835" y="1"/>
                  <a:pt x="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8021814" y="1810645"/>
            <a:ext cx="77008" cy="17515"/>
          </a:xfrm>
          <a:custGeom>
            <a:avLst/>
            <a:gdLst/>
            <a:ahLst/>
            <a:cxnLst/>
            <a:rect l="l" t="t" r="r" b="b"/>
            <a:pathLst>
              <a:path w="2937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36" y="501"/>
                  <a:pt x="2936" y="334"/>
                </a:cubicBezTo>
                <a:cubicBezTo>
                  <a:pt x="2936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7912503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0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00" y="668"/>
                </a:cubicBezTo>
                <a:lnTo>
                  <a:pt x="2635" y="668"/>
                </a:lnTo>
                <a:cubicBezTo>
                  <a:pt x="2802" y="668"/>
                  <a:pt x="2969" y="501"/>
                  <a:pt x="2936" y="334"/>
                </a:cubicBezTo>
                <a:cubicBezTo>
                  <a:pt x="2936" y="168"/>
                  <a:pt x="2802" y="1"/>
                  <a:pt x="2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7803166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69" y="501"/>
                  <a:pt x="2969" y="334"/>
                </a:cubicBezTo>
                <a:cubicBezTo>
                  <a:pt x="2969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7803166" y="1865759"/>
            <a:ext cx="656863" cy="16650"/>
          </a:xfrm>
          <a:custGeom>
            <a:avLst/>
            <a:gdLst/>
            <a:ahLst/>
            <a:cxnLst/>
            <a:rect l="l" t="t" r="r" b="b"/>
            <a:pathLst>
              <a:path w="25052" h="635" extrusionOk="0">
                <a:moveTo>
                  <a:pt x="301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24718" y="634"/>
                </a:lnTo>
                <a:cubicBezTo>
                  <a:pt x="24885" y="634"/>
                  <a:pt x="25052" y="501"/>
                  <a:pt x="25018" y="334"/>
                </a:cubicBezTo>
                <a:cubicBezTo>
                  <a:pt x="25018" y="134"/>
                  <a:pt x="24885" y="0"/>
                  <a:pt x="24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7710453" y="1810645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8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7710453" y="1865759"/>
            <a:ext cx="39382" cy="16650"/>
          </a:xfrm>
          <a:custGeom>
            <a:avLst/>
            <a:gdLst/>
            <a:ahLst/>
            <a:cxnLst/>
            <a:rect l="l" t="t" r="r" b="b"/>
            <a:pathLst>
              <a:path w="1502" h="635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1"/>
                  <a:pt x="1468" y="334"/>
                </a:cubicBezTo>
                <a:cubicBezTo>
                  <a:pt x="1468" y="134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7710453" y="1919982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7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7710453" y="1975097"/>
            <a:ext cx="39382" cy="16623"/>
          </a:xfrm>
          <a:custGeom>
            <a:avLst/>
            <a:gdLst/>
            <a:ahLst/>
            <a:cxnLst/>
            <a:rect l="l" t="t" r="r" b="b"/>
            <a:pathLst>
              <a:path w="1502" h="634" extrusionOk="0">
                <a:moveTo>
                  <a:pt x="334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0"/>
                  <a:pt x="1468" y="300"/>
                </a:cubicBezTo>
                <a:cubicBezTo>
                  <a:pt x="1468" y="133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8500249" y="1865759"/>
            <a:ext cx="96227" cy="16650"/>
          </a:xfrm>
          <a:custGeom>
            <a:avLst/>
            <a:gdLst/>
            <a:ahLst/>
            <a:cxnLst/>
            <a:rect l="l" t="t" r="r" b="b"/>
            <a:pathLst>
              <a:path w="3670" h="635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34"/>
                  <a:pt x="300" y="634"/>
                </a:cubicBezTo>
                <a:lnTo>
                  <a:pt x="3336" y="634"/>
                </a:lnTo>
                <a:cubicBezTo>
                  <a:pt x="3503" y="634"/>
                  <a:pt x="3670" y="501"/>
                  <a:pt x="3670" y="334"/>
                </a:cubicBezTo>
                <a:cubicBezTo>
                  <a:pt x="3670" y="134"/>
                  <a:pt x="3536" y="0"/>
                  <a:pt x="3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7800544" y="1919982"/>
            <a:ext cx="277276" cy="17515"/>
          </a:xfrm>
          <a:custGeom>
            <a:avLst/>
            <a:gdLst/>
            <a:ahLst/>
            <a:cxnLst/>
            <a:rect l="l" t="t" r="r" b="b"/>
            <a:pathLst>
              <a:path w="10575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0275" y="668"/>
                </a:lnTo>
                <a:cubicBezTo>
                  <a:pt x="10441" y="668"/>
                  <a:pt x="10575" y="501"/>
                  <a:pt x="10575" y="334"/>
                </a:cubicBezTo>
                <a:cubicBezTo>
                  <a:pt x="10575" y="167"/>
                  <a:pt x="10441" y="1"/>
                  <a:pt x="102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8164398" y="2087921"/>
            <a:ext cx="314011" cy="17515"/>
          </a:xfrm>
          <a:custGeom>
            <a:avLst/>
            <a:gdLst/>
            <a:ahLst/>
            <a:cxnLst/>
            <a:rect l="l" t="t" r="r" b="b"/>
            <a:pathLst>
              <a:path w="11976" h="668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0"/>
                  <a:pt x="134" y="667"/>
                  <a:pt x="300" y="667"/>
                </a:cubicBezTo>
                <a:lnTo>
                  <a:pt x="11642" y="667"/>
                </a:lnTo>
                <a:cubicBezTo>
                  <a:pt x="11842" y="667"/>
                  <a:pt x="11975" y="500"/>
                  <a:pt x="11975" y="334"/>
                </a:cubicBezTo>
                <a:cubicBezTo>
                  <a:pt x="11975" y="134"/>
                  <a:pt x="11842" y="0"/>
                  <a:pt x="116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8245732" y="2031941"/>
            <a:ext cx="232676" cy="17515"/>
          </a:xfrm>
          <a:custGeom>
            <a:avLst/>
            <a:gdLst/>
            <a:ahLst/>
            <a:cxnLst/>
            <a:rect l="l" t="t" r="r" b="b"/>
            <a:pathLst>
              <a:path w="8874" h="668" extrusionOk="0">
                <a:moveTo>
                  <a:pt x="334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67"/>
                  <a:pt x="334" y="667"/>
                </a:cubicBezTo>
                <a:lnTo>
                  <a:pt x="8540" y="667"/>
                </a:lnTo>
                <a:cubicBezTo>
                  <a:pt x="8740" y="667"/>
                  <a:pt x="8873" y="501"/>
                  <a:pt x="8873" y="334"/>
                </a:cubicBezTo>
                <a:cubicBezTo>
                  <a:pt x="8873" y="134"/>
                  <a:pt x="8740" y="0"/>
                  <a:pt x="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8376045" y="1975097"/>
            <a:ext cx="102363" cy="16623"/>
          </a:xfrm>
          <a:custGeom>
            <a:avLst/>
            <a:gdLst/>
            <a:ahLst/>
            <a:cxnLst/>
            <a:rect l="l" t="t" r="r" b="b"/>
            <a:pathLst>
              <a:path w="3904" h="634" extrusionOk="0">
                <a:moveTo>
                  <a:pt x="301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01" y="634"/>
                </a:cubicBezTo>
                <a:lnTo>
                  <a:pt x="3570" y="634"/>
                </a:lnTo>
                <a:cubicBezTo>
                  <a:pt x="3770" y="634"/>
                  <a:pt x="3903" y="500"/>
                  <a:pt x="3903" y="300"/>
                </a:cubicBezTo>
                <a:cubicBezTo>
                  <a:pt x="3903" y="133"/>
                  <a:pt x="3770" y="0"/>
                  <a:pt x="35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7710453" y="1612108"/>
            <a:ext cx="328012" cy="16650"/>
          </a:xfrm>
          <a:custGeom>
            <a:avLst/>
            <a:gdLst/>
            <a:ahLst/>
            <a:cxnLst/>
            <a:rect l="l" t="t" r="r" b="b"/>
            <a:pathLst>
              <a:path w="12510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2176" y="635"/>
                </a:lnTo>
                <a:cubicBezTo>
                  <a:pt x="12376" y="635"/>
                  <a:pt x="12510" y="501"/>
                  <a:pt x="12510" y="334"/>
                </a:cubicBezTo>
                <a:cubicBezTo>
                  <a:pt x="12510" y="134"/>
                  <a:pt x="12376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7710453" y="2220856"/>
            <a:ext cx="530064" cy="17515"/>
          </a:xfrm>
          <a:custGeom>
            <a:avLst/>
            <a:gdLst/>
            <a:ahLst/>
            <a:cxnLst/>
            <a:rect l="l" t="t" r="r" b="b"/>
            <a:pathLst>
              <a:path w="20216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7710453" y="2288189"/>
            <a:ext cx="530064" cy="17541"/>
          </a:xfrm>
          <a:custGeom>
            <a:avLst/>
            <a:gdLst/>
            <a:ahLst/>
            <a:cxnLst/>
            <a:rect l="l" t="t" r="r" b="b"/>
            <a:pathLst>
              <a:path w="20216" h="669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7"/>
          <p:cNvSpPr/>
          <p:nvPr/>
        </p:nvSpPr>
        <p:spPr>
          <a:xfrm>
            <a:off x="7710453" y="2355548"/>
            <a:ext cx="529172" cy="17515"/>
          </a:xfrm>
          <a:custGeom>
            <a:avLst/>
            <a:gdLst/>
            <a:ahLst/>
            <a:cxnLst/>
            <a:rect l="l" t="t" r="r" b="b"/>
            <a:pathLst>
              <a:path w="20182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182" y="501"/>
                  <a:pt x="20182" y="334"/>
                </a:cubicBezTo>
                <a:cubicBezTo>
                  <a:pt x="20182" y="167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7710453" y="2757866"/>
            <a:ext cx="529172" cy="16650"/>
          </a:xfrm>
          <a:custGeom>
            <a:avLst/>
            <a:gdLst/>
            <a:ahLst/>
            <a:cxnLst/>
            <a:rect l="l" t="t" r="r" b="b"/>
            <a:pathLst>
              <a:path w="20182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9882" y="635"/>
                </a:lnTo>
                <a:cubicBezTo>
                  <a:pt x="20048" y="635"/>
                  <a:pt x="20182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8192375" y="2143009"/>
            <a:ext cx="157451" cy="16650"/>
          </a:xfrm>
          <a:custGeom>
            <a:avLst/>
            <a:gdLst/>
            <a:ahLst/>
            <a:cxnLst/>
            <a:rect l="l" t="t" r="r" b="b"/>
            <a:pathLst>
              <a:path w="6005" h="635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cubicBezTo>
                  <a:pt x="1" y="501"/>
                  <a:pt x="167" y="634"/>
                  <a:pt x="334" y="634"/>
                </a:cubicBezTo>
                <a:lnTo>
                  <a:pt x="5671" y="634"/>
                </a:lnTo>
                <a:cubicBezTo>
                  <a:pt x="5838" y="634"/>
                  <a:pt x="6005" y="501"/>
                  <a:pt x="6005" y="334"/>
                </a:cubicBezTo>
                <a:cubicBezTo>
                  <a:pt x="6005" y="134"/>
                  <a:pt x="5838" y="1"/>
                  <a:pt x="5671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8401400" y="2143009"/>
            <a:ext cx="209944" cy="16650"/>
          </a:xfrm>
          <a:custGeom>
            <a:avLst/>
            <a:gdLst/>
            <a:ahLst/>
            <a:cxnLst/>
            <a:rect l="l" t="t" r="r" b="b"/>
            <a:pathLst>
              <a:path w="8007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7673" y="634"/>
                </a:lnTo>
                <a:cubicBezTo>
                  <a:pt x="7873" y="634"/>
                  <a:pt x="8007" y="501"/>
                  <a:pt x="8007" y="334"/>
                </a:cubicBezTo>
                <a:cubicBezTo>
                  <a:pt x="8007" y="134"/>
                  <a:pt x="7873" y="1"/>
                  <a:pt x="7673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8401400" y="2220856"/>
            <a:ext cx="209944" cy="17515"/>
          </a:xfrm>
          <a:custGeom>
            <a:avLst/>
            <a:gdLst/>
            <a:ahLst/>
            <a:cxnLst/>
            <a:rect l="l" t="t" r="r" b="b"/>
            <a:pathLst>
              <a:path w="8007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7673" y="668"/>
                </a:lnTo>
                <a:cubicBezTo>
                  <a:pt x="7873" y="668"/>
                  <a:pt x="8007" y="501"/>
                  <a:pt x="8007" y="334"/>
                </a:cubicBezTo>
                <a:cubicBezTo>
                  <a:pt x="8007" y="134"/>
                  <a:pt x="7873" y="0"/>
                  <a:pt x="7673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7710453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70" y="501"/>
                  <a:pt x="3070" y="301"/>
                </a:cubicBezTo>
                <a:cubicBezTo>
                  <a:pt x="3070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710453" y="2910938"/>
            <a:ext cx="80495" cy="17515"/>
          </a:xfrm>
          <a:custGeom>
            <a:avLst/>
            <a:gdLst/>
            <a:ahLst/>
            <a:cxnLst/>
            <a:rect l="l" t="t" r="r" b="b"/>
            <a:pathLst>
              <a:path w="3070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7"/>
                  <a:pt x="334" y="667"/>
                </a:cubicBezTo>
                <a:lnTo>
                  <a:pt x="2736" y="667"/>
                </a:lnTo>
                <a:cubicBezTo>
                  <a:pt x="2903" y="667"/>
                  <a:pt x="3070" y="501"/>
                  <a:pt x="3070" y="334"/>
                </a:cubicBezTo>
                <a:cubicBezTo>
                  <a:pt x="3070" y="167"/>
                  <a:pt x="2903" y="0"/>
                  <a:pt x="2736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7811924" y="2910938"/>
            <a:ext cx="492438" cy="17515"/>
          </a:xfrm>
          <a:custGeom>
            <a:avLst/>
            <a:gdLst/>
            <a:ahLst/>
            <a:cxnLst/>
            <a:rect l="l" t="t" r="r" b="b"/>
            <a:pathLst>
              <a:path w="18781" h="668" extrusionOk="0">
                <a:moveTo>
                  <a:pt x="300" y="0"/>
                </a:moveTo>
                <a:cubicBezTo>
                  <a:pt x="134" y="0"/>
                  <a:pt x="0" y="167"/>
                  <a:pt x="0" y="334"/>
                </a:cubicBezTo>
                <a:cubicBezTo>
                  <a:pt x="0" y="501"/>
                  <a:pt x="134" y="667"/>
                  <a:pt x="300" y="667"/>
                </a:cubicBezTo>
                <a:lnTo>
                  <a:pt x="18447" y="667"/>
                </a:lnTo>
                <a:cubicBezTo>
                  <a:pt x="18647" y="667"/>
                  <a:pt x="18780" y="501"/>
                  <a:pt x="18780" y="334"/>
                </a:cubicBezTo>
                <a:cubicBezTo>
                  <a:pt x="18780" y="167"/>
                  <a:pt x="18647" y="0"/>
                  <a:pt x="18447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783465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7957969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68" y="1"/>
                  <a:pt x="1" y="134"/>
                  <a:pt x="1" y="301"/>
                </a:cubicBezTo>
                <a:cubicBezTo>
                  <a:pt x="1" y="501"/>
                  <a:pt x="168" y="634"/>
                  <a:pt x="334" y="634"/>
                </a:cubicBezTo>
                <a:lnTo>
                  <a:pt x="2736" y="634"/>
                </a:lnTo>
                <a:cubicBezTo>
                  <a:pt x="2936" y="634"/>
                  <a:pt x="3070" y="501"/>
                  <a:pt x="3070" y="301"/>
                </a:cubicBezTo>
                <a:cubicBezTo>
                  <a:pt x="3070" y="134"/>
                  <a:pt x="2936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8082172" y="2860202"/>
            <a:ext cx="79630" cy="16650"/>
          </a:xfrm>
          <a:custGeom>
            <a:avLst/>
            <a:gdLst/>
            <a:ahLst/>
            <a:cxnLst/>
            <a:rect l="l" t="t" r="r" b="b"/>
            <a:pathLst>
              <a:path w="303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20637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0" y="634"/>
                </a:cubicBezTo>
                <a:lnTo>
                  <a:pt x="2702" y="634"/>
                </a:lnTo>
                <a:cubicBezTo>
                  <a:pt x="2902" y="634"/>
                  <a:pt x="3036" y="501"/>
                  <a:pt x="3036" y="301"/>
                </a:cubicBezTo>
                <a:cubicBezTo>
                  <a:pt x="3036" y="134"/>
                  <a:pt x="2902" y="1"/>
                  <a:pt x="27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8329688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69" y="501"/>
                  <a:pt x="3069" y="301"/>
                </a:cubicBezTo>
                <a:cubicBezTo>
                  <a:pt x="3069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8453892" y="2860202"/>
            <a:ext cx="54249" cy="16650"/>
          </a:xfrm>
          <a:custGeom>
            <a:avLst/>
            <a:gdLst/>
            <a:ahLst/>
            <a:cxnLst/>
            <a:rect l="l" t="t" r="r" b="b"/>
            <a:pathLst>
              <a:path w="2069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1768" y="634"/>
                </a:lnTo>
                <a:cubicBezTo>
                  <a:pt x="1935" y="634"/>
                  <a:pt x="2068" y="501"/>
                  <a:pt x="2068" y="301"/>
                </a:cubicBezTo>
                <a:cubicBezTo>
                  <a:pt x="2068" y="134"/>
                  <a:pt x="1935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8287710" y="826690"/>
            <a:ext cx="856293" cy="784581"/>
          </a:xfrm>
          <a:custGeom>
            <a:avLst/>
            <a:gdLst/>
            <a:ahLst/>
            <a:cxnLst/>
            <a:rect l="l" t="t" r="r" b="b"/>
            <a:pathLst>
              <a:path w="32658" h="29923" extrusionOk="0">
                <a:moveTo>
                  <a:pt x="1335" y="1"/>
                </a:moveTo>
                <a:cubicBezTo>
                  <a:pt x="601" y="1"/>
                  <a:pt x="0" y="601"/>
                  <a:pt x="0" y="1302"/>
                </a:cubicBezTo>
                <a:lnTo>
                  <a:pt x="0" y="28621"/>
                </a:lnTo>
                <a:cubicBezTo>
                  <a:pt x="0" y="29355"/>
                  <a:pt x="601" y="29922"/>
                  <a:pt x="1335" y="29922"/>
                </a:cubicBezTo>
                <a:lnTo>
                  <a:pt x="31356" y="29922"/>
                </a:lnTo>
                <a:cubicBezTo>
                  <a:pt x="32090" y="29922"/>
                  <a:pt x="32657" y="29355"/>
                  <a:pt x="32657" y="28621"/>
                </a:cubicBezTo>
                <a:lnTo>
                  <a:pt x="32657" y="1302"/>
                </a:lnTo>
                <a:cubicBezTo>
                  <a:pt x="32657" y="601"/>
                  <a:pt x="32090" y="1"/>
                  <a:pt x="31356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8287710" y="819716"/>
            <a:ext cx="856293" cy="39382"/>
          </a:xfrm>
          <a:custGeom>
            <a:avLst/>
            <a:gdLst/>
            <a:ahLst/>
            <a:cxnLst/>
            <a:rect l="l" t="t" r="r" b="b"/>
            <a:pathLst>
              <a:path w="32658" h="1502" extrusionOk="0">
                <a:moveTo>
                  <a:pt x="1268" y="0"/>
                </a:moveTo>
                <a:cubicBezTo>
                  <a:pt x="568" y="0"/>
                  <a:pt x="0" y="567"/>
                  <a:pt x="0" y="1234"/>
                </a:cubicBezTo>
                <a:lnTo>
                  <a:pt x="0" y="1501"/>
                </a:lnTo>
                <a:cubicBezTo>
                  <a:pt x="0" y="834"/>
                  <a:pt x="568" y="267"/>
                  <a:pt x="1268" y="267"/>
                </a:cubicBezTo>
                <a:lnTo>
                  <a:pt x="31423" y="267"/>
                </a:lnTo>
                <a:cubicBezTo>
                  <a:pt x="32123" y="267"/>
                  <a:pt x="32657" y="834"/>
                  <a:pt x="32657" y="1501"/>
                </a:cubicBezTo>
                <a:lnTo>
                  <a:pt x="32657" y="1234"/>
                </a:lnTo>
                <a:cubicBezTo>
                  <a:pt x="32657" y="567"/>
                  <a:pt x="32123" y="0"/>
                  <a:pt x="31423" y="0"/>
                </a:cubicBezTo>
                <a:close/>
              </a:path>
            </a:pathLst>
          </a:custGeom>
          <a:solidFill>
            <a:srgbClr val="00A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287710" y="826690"/>
            <a:ext cx="856293" cy="120743"/>
          </a:xfrm>
          <a:custGeom>
            <a:avLst/>
            <a:gdLst/>
            <a:ahLst/>
            <a:cxnLst/>
            <a:rect l="l" t="t" r="r" b="b"/>
            <a:pathLst>
              <a:path w="32658" h="4605" extrusionOk="0">
                <a:moveTo>
                  <a:pt x="1268" y="1"/>
                </a:moveTo>
                <a:cubicBezTo>
                  <a:pt x="568" y="1"/>
                  <a:pt x="0" y="568"/>
                  <a:pt x="0" y="1235"/>
                </a:cubicBezTo>
                <a:lnTo>
                  <a:pt x="0" y="4604"/>
                </a:lnTo>
                <a:lnTo>
                  <a:pt x="32657" y="4604"/>
                </a:lnTo>
                <a:lnTo>
                  <a:pt x="32657" y="1235"/>
                </a:lnTo>
                <a:cubicBezTo>
                  <a:pt x="32657" y="568"/>
                  <a:pt x="32123" y="1"/>
                  <a:pt x="31423" y="1"/>
                </a:cubicBezTo>
                <a:close/>
              </a:path>
            </a:pathLst>
          </a:custGeom>
          <a:solidFill>
            <a:srgbClr val="469A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8334932" y="983249"/>
            <a:ext cx="765336" cy="588665"/>
          </a:xfrm>
          <a:custGeom>
            <a:avLst/>
            <a:gdLst/>
            <a:ahLst/>
            <a:cxnLst/>
            <a:rect l="l" t="t" r="r" b="b"/>
            <a:pathLst>
              <a:path w="29189" h="22451" extrusionOk="0">
                <a:moveTo>
                  <a:pt x="28188" y="22450"/>
                </a:moveTo>
                <a:lnTo>
                  <a:pt x="1001" y="22450"/>
                </a:lnTo>
                <a:cubicBezTo>
                  <a:pt x="434" y="22450"/>
                  <a:pt x="1" y="22017"/>
                  <a:pt x="1" y="21450"/>
                </a:cubicBezTo>
                <a:lnTo>
                  <a:pt x="1" y="1002"/>
                </a:lnTo>
                <a:cubicBezTo>
                  <a:pt x="1" y="468"/>
                  <a:pt x="434" y="1"/>
                  <a:pt x="1001" y="1"/>
                </a:cubicBezTo>
                <a:lnTo>
                  <a:pt x="28188" y="1"/>
                </a:lnTo>
                <a:cubicBezTo>
                  <a:pt x="28755" y="1"/>
                  <a:pt x="29188" y="468"/>
                  <a:pt x="29188" y="1002"/>
                </a:cubicBezTo>
                <a:lnTo>
                  <a:pt x="29188" y="21450"/>
                </a:lnTo>
                <a:cubicBezTo>
                  <a:pt x="29188" y="22017"/>
                  <a:pt x="28755" y="22450"/>
                  <a:pt x="28188" y="22450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8371666" y="1116211"/>
            <a:ext cx="544039" cy="13136"/>
          </a:xfrm>
          <a:custGeom>
            <a:avLst/>
            <a:gdLst/>
            <a:ahLst/>
            <a:cxnLst/>
            <a:rect l="l" t="t" r="r" b="b"/>
            <a:pathLst>
              <a:path w="2074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0482" y="501"/>
                </a:lnTo>
                <a:cubicBezTo>
                  <a:pt x="20615" y="501"/>
                  <a:pt x="20749" y="401"/>
                  <a:pt x="20716" y="267"/>
                </a:cubicBezTo>
                <a:cubicBezTo>
                  <a:pt x="20716" y="134"/>
                  <a:pt x="20615" y="0"/>
                  <a:pt x="20482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8948924" y="1116211"/>
            <a:ext cx="52492" cy="13136"/>
          </a:xfrm>
          <a:custGeom>
            <a:avLst/>
            <a:gdLst/>
            <a:ahLst/>
            <a:cxnLst/>
            <a:rect l="l" t="t" r="r" b="b"/>
            <a:pathLst>
              <a:path w="2002" h="501" extrusionOk="0">
                <a:moveTo>
                  <a:pt x="234" y="0"/>
                </a:moveTo>
                <a:cubicBezTo>
                  <a:pt x="101" y="0"/>
                  <a:pt x="0" y="134"/>
                  <a:pt x="0" y="267"/>
                </a:cubicBezTo>
                <a:cubicBezTo>
                  <a:pt x="0" y="401"/>
                  <a:pt x="101" y="501"/>
                  <a:pt x="234" y="501"/>
                </a:cubicBezTo>
                <a:lnTo>
                  <a:pt x="1735" y="501"/>
                </a:lnTo>
                <a:cubicBezTo>
                  <a:pt x="1868" y="501"/>
                  <a:pt x="2002" y="401"/>
                  <a:pt x="2002" y="267"/>
                </a:cubicBezTo>
                <a:cubicBezTo>
                  <a:pt x="2002" y="134"/>
                  <a:pt x="1868" y="0"/>
                  <a:pt x="173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9021527" y="1116211"/>
            <a:ext cx="42004" cy="13136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8371666" y="1176543"/>
            <a:ext cx="311389" cy="13162"/>
          </a:xfrm>
          <a:custGeom>
            <a:avLst/>
            <a:gdLst/>
            <a:ahLst/>
            <a:cxnLst/>
            <a:rect l="l" t="t" r="r" b="b"/>
            <a:pathLst>
              <a:path w="11876" h="502" extrusionOk="0">
                <a:moveTo>
                  <a:pt x="234" y="1"/>
                </a:moveTo>
                <a:cubicBezTo>
                  <a:pt x="101" y="1"/>
                  <a:pt x="1" y="134"/>
                  <a:pt x="1" y="268"/>
                </a:cubicBezTo>
                <a:cubicBezTo>
                  <a:pt x="1" y="401"/>
                  <a:pt x="101" y="501"/>
                  <a:pt x="234" y="501"/>
                </a:cubicBezTo>
                <a:lnTo>
                  <a:pt x="11609" y="501"/>
                </a:lnTo>
                <a:cubicBezTo>
                  <a:pt x="11742" y="501"/>
                  <a:pt x="11876" y="401"/>
                  <a:pt x="11876" y="268"/>
                </a:cubicBezTo>
                <a:cubicBezTo>
                  <a:pt x="11876" y="134"/>
                  <a:pt x="11742" y="1"/>
                  <a:pt x="1160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8687406" y="1176543"/>
            <a:ext cx="98876" cy="13162"/>
          </a:xfrm>
          <a:custGeom>
            <a:avLst/>
            <a:gdLst/>
            <a:ahLst/>
            <a:cxnLst/>
            <a:rect l="l" t="t" r="r" b="b"/>
            <a:pathLst>
              <a:path w="3771" h="502" extrusionOk="0">
                <a:moveTo>
                  <a:pt x="268" y="1"/>
                </a:moveTo>
                <a:cubicBezTo>
                  <a:pt x="134" y="1"/>
                  <a:pt x="1" y="134"/>
                  <a:pt x="1" y="268"/>
                </a:cubicBezTo>
                <a:cubicBezTo>
                  <a:pt x="1" y="401"/>
                  <a:pt x="134" y="501"/>
                  <a:pt x="268" y="501"/>
                </a:cubicBezTo>
                <a:lnTo>
                  <a:pt x="3537" y="501"/>
                </a:lnTo>
                <a:cubicBezTo>
                  <a:pt x="3670" y="501"/>
                  <a:pt x="3770" y="401"/>
                  <a:pt x="3770" y="268"/>
                </a:cubicBezTo>
                <a:cubicBezTo>
                  <a:pt x="3770" y="134"/>
                  <a:pt x="3670" y="1"/>
                  <a:pt x="3537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8720653" y="1211546"/>
            <a:ext cx="65629" cy="12271"/>
          </a:xfrm>
          <a:custGeom>
            <a:avLst/>
            <a:gdLst/>
            <a:ahLst/>
            <a:cxnLst/>
            <a:rect l="l" t="t" r="r" b="b"/>
            <a:pathLst>
              <a:path w="2503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269" y="467"/>
                </a:lnTo>
                <a:cubicBezTo>
                  <a:pt x="2402" y="467"/>
                  <a:pt x="2502" y="367"/>
                  <a:pt x="2502" y="234"/>
                </a:cubicBezTo>
                <a:cubicBezTo>
                  <a:pt x="2502" y="100"/>
                  <a:pt x="2402" y="0"/>
                  <a:pt x="2269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8688298" y="1211546"/>
            <a:ext cx="19245" cy="12271"/>
          </a:xfrm>
          <a:custGeom>
            <a:avLst/>
            <a:gdLst/>
            <a:ahLst/>
            <a:cxnLst/>
            <a:rect l="l" t="t" r="r" b="b"/>
            <a:pathLst>
              <a:path w="734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467" y="467"/>
                </a:lnTo>
                <a:cubicBezTo>
                  <a:pt x="600" y="467"/>
                  <a:pt x="734" y="367"/>
                  <a:pt x="734" y="234"/>
                </a:cubicBezTo>
                <a:cubicBezTo>
                  <a:pt x="734" y="100"/>
                  <a:pt x="600" y="0"/>
                  <a:pt x="467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8610451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035" y="467"/>
                </a:lnTo>
                <a:cubicBezTo>
                  <a:pt x="2168" y="467"/>
                  <a:pt x="2269" y="367"/>
                  <a:pt x="2269" y="234"/>
                </a:cubicBezTo>
                <a:cubicBezTo>
                  <a:pt x="2269" y="100"/>
                  <a:pt x="2168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8526469" y="1211546"/>
            <a:ext cx="59519" cy="12271"/>
          </a:xfrm>
          <a:custGeom>
            <a:avLst/>
            <a:gdLst/>
            <a:ahLst/>
            <a:cxnLst/>
            <a:rect l="l" t="t" r="r" b="b"/>
            <a:pathLst>
              <a:path w="2270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6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6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8442513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5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8442513" y="1253524"/>
            <a:ext cx="504683" cy="12271"/>
          </a:xfrm>
          <a:custGeom>
            <a:avLst/>
            <a:gdLst/>
            <a:ahLst/>
            <a:cxnLst/>
            <a:rect l="l" t="t" r="r" b="b"/>
            <a:pathLst>
              <a:path w="19248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19014" y="467"/>
                </a:lnTo>
                <a:cubicBezTo>
                  <a:pt x="19148" y="467"/>
                  <a:pt x="19248" y="367"/>
                  <a:pt x="19248" y="234"/>
                </a:cubicBezTo>
                <a:cubicBezTo>
                  <a:pt x="19248" y="100"/>
                  <a:pt x="19148" y="0"/>
                  <a:pt x="1901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8371666" y="1211546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8371666" y="1253524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8371666" y="1295502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1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8977792" y="1253524"/>
            <a:ext cx="74360" cy="12271"/>
          </a:xfrm>
          <a:custGeom>
            <a:avLst/>
            <a:gdLst/>
            <a:ahLst/>
            <a:cxnLst/>
            <a:rect l="l" t="t" r="r" b="b"/>
            <a:pathLst>
              <a:path w="2836" h="468" extrusionOk="0">
                <a:moveTo>
                  <a:pt x="267" y="0"/>
                </a:moveTo>
                <a:cubicBezTo>
                  <a:pt x="134" y="0"/>
                  <a:pt x="0" y="100"/>
                  <a:pt x="0" y="234"/>
                </a:cubicBezTo>
                <a:cubicBezTo>
                  <a:pt x="0" y="367"/>
                  <a:pt x="134" y="467"/>
                  <a:pt x="267" y="467"/>
                </a:cubicBezTo>
                <a:lnTo>
                  <a:pt x="2602" y="467"/>
                </a:lnTo>
                <a:cubicBezTo>
                  <a:pt x="2736" y="467"/>
                  <a:pt x="2836" y="367"/>
                  <a:pt x="2836" y="234"/>
                </a:cubicBezTo>
                <a:cubicBezTo>
                  <a:pt x="2836" y="100"/>
                  <a:pt x="2736" y="0"/>
                  <a:pt x="26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8440756" y="1295502"/>
            <a:ext cx="213457" cy="12271"/>
          </a:xfrm>
          <a:custGeom>
            <a:avLst/>
            <a:gdLst/>
            <a:ahLst/>
            <a:cxnLst/>
            <a:rect l="l" t="t" r="r" b="b"/>
            <a:pathLst>
              <a:path w="8141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7873" y="467"/>
                </a:lnTo>
                <a:cubicBezTo>
                  <a:pt x="8007" y="467"/>
                  <a:pt x="8140" y="367"/>
                  <a:pt x="8140" y="234"/>
                </a:cubicBezTo>
                <a:cubicBezTo>
                  <a:pt x="8140" y="101"/>
                  <a:pt x="8007" y="0"/>
                  <a:pt x="78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8720653" y="1349725"/>
            <a:ext cx="240542" cy="13136"/>
          </a:xfrm>
          <a:custGeom>
            <a:avLst/>
            <a:gdLst/>
            <a:ahLst/>
            <a:cxnLst/>
            <a:rect l="l" t="t" r="r" b="b"/>
            <a:pathLst>
              <a:path w="9174" h="501" extrusionOk="0">
                <a:moveTo>
                  <a:pt x="234" y="1"/>
                </a:moveTo>
                <a:cubicBezTo>
                  <a:pt x="100" y="1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8940" y="501"/>
                </a:lnTo>
                <a:cubicBezTo>
                  <a:pt x="9073" y="501"/>
                  <a:pt x="9173" y="401"/>
                  <a:pt x="9173" y="267"/>
                </a:cubicBezTo>
                <a:cubicBezTo>
                  <a:pt x="9173" y="134"/>
                  <a:pt x="9073" y="1"/>
                  <a:pt x="89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7"/>
          <p:cNvSpPr/>
          <p:nvPr/>
        </p:nvSpPr>
        <p:spPr>
          <a:xfrm>
            <a:off x="8882456" y="1320857"/>
            <a:ext cx="78739" cy="13162"/>
          </a:xfrm>
          <a:custGeom>
            <a:avLst/>
            <a:gdLst/>
            <a:ahLst/>
            <a:cxnLst/>
            <a:rect l="l" t="t" r="r" b="b"/>
            <a:pathLst>
              <a:path w="3003" h="502" extrusionOk="0">
                <a:moveTo>
                  <a:pt x="267" y="1"/>
                </a:moveTo>
                <a:cubicBezTo>
                  <a:pt x="134" y="1"/>
                  <a:pt x="0" y="101"/>
                  <a:pt x="0" y="268"/>
                </a:cubicBezTo>
                <a:cubicBezTo>
                  <a:pt x="0" y="401"/>
                  <a:pt x="134" y="501"/>
                  <a:pt x="267" y="501"/>
                </a:cubicBezTo>
                <a:lnTo>
                  <a:pt x="2769" y="501"/>
                </a:lnTo>
                <a:cubicBezTo>
                  <a:pt x="2902" y="501"/>
                  <a:pt x="3002" y="401"/>
                  <a:pt x="3002" y="268"/>
                </a:cubicBezTo>
                <a:cubicBezTo>
                  <a:pt x="3002" y="101"/>
                  <a:pt x="2902" y="1"/>
                  <a:pt x="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8371666" y="1058474"/>
            <a:ext cx="251922" cy="13162"/>
          </a:xfrm>
          <a:custGeom>
            <a:avLst/>
            <a:gdLst/>
            <a:ahLst/>
            <a:cxnLst/>
            <a:rect l="l" t="t" r="r" b="b"/>
            <a:pathLst>
              <a:path w="9608" h="502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501"/>
                  <a:pt x="234" y="501"/>
                </a:cubicBezTo>
                <a:lnTo>
                  <a:pt x="9341" y="501"/>
                </a:lnTo>
                <a:cubicBezTo>
                  <a:pt x="9474" y="501"/>
                  <a:pt x="9608" y="368"/>
                  <a:pt x="9608" y="234"/>
                </a:cubicBezTo>
                <a:cubicBezTo>
                  <a:pt x="9608" y="101"/>
                  <a:pt x="9474" y="1"/>
                  <a:pt x="9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8371666" y="1467793"/>
            <a:ext cx="406725" cy="12271"/>
          </a:xfrm>
          <a:custGeom>
            <a:avLst/>
            <a:gdLst/>
            <a:ahLst/>
            <a:cxnLst/>
            <a:rect l="l" t="t" r="r" b="b"/>
            <a:pathLst>
              <a:path w="15512" h="468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468"/>
                  <a:pt x="234" y="468"/>
                </a:cubicBezTo>
                <a:lnTo>
                  <a:pt x="15278" y="468"/>
                </a:lnTo>
                <a:cubicBezTo>
                  <a:pt x="15412" y="468"/>
                  <a:pt x="15512" y="368"/>
                  <a:pt x="15512" y="234"/>
                </a:cubicBezTo>
                <a:cubicBezTo>
                  <a:pt x="15512" y="101"/>
                  <a:pt x="15412" y="1"/>
                  <a:pt x="15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8741629" y="1392595"/>
            <a:ext cx="120743" cy="12271"/>
          </a:xfrm>
          <a:custGeom>
            <a:avLst/>
            <a:gdLst/>
            <a:ahLst/>
            <a:cxnLst/>
            <a:rect l="l" t="t" r="r" b="b"/>
            <a:pathLst>
              <a:path w="4605" h="468" extrusionOk="0">
                <a:moveTo>
                  <a:pt x="268" y="0"/>
                </a:moveTo>
                <a:cubicBezTo>
                  <a:pt x="134" y="0"/>
                  <a:pt x="1" y="100"/>
                  <a:pt x="1" y="234"/>
                </a:cubicBezTo>
                <a:cubicBezTo>
                  <a:pt x="1" y="367"/>
                  <a:pt x="134" y="467"/>
                  <a:pt x="268" y="467"/>
                </a:cubicBezTo>
                <a:lnTo>
                  <a:pt x="4371" y="467"/>
                </a:lnTo>
                <a:cubicBezTo>
                  <a:pt x="4504" y="467"/>
                  <a:pt x="4604" y="367"/>
                  <a:pt x="4604" y="234"/>
                </a:cubicBezTo>
                <a:cubicBezTo>
                  <a:pt x="4604" y="100"/>
                  <a:pt x="4504" y="0"/>
                  <a:pt x="4371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8902567" y="1392595"/>
            <a:ext cx="160965" cy="12271"/>
          </a:xfrm>
          <a:custGeom>
            <a:avLst/>
            <a:gdLst/>
            <a:ahLst/>
            <a:cxnLst/>
            <a:rect l="l" t="t" r="r" b="b"/>
            <a:pathLst>
              <a:path w="613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5905" y="467"/>
                </a:lnTo>
                <a:cubicBezTo>
                  <a:pt x="6038" y="467"/>
                  <a:pt x="6138" y="367"/>
                  <a:pt x="6138" y="234"/>
                </a:cubicBezTo>
                <a:cubicBezTo>
                  <a:pt x="6138" y="100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8902567" y="1452062"/>
            <a:ext cx="160965" cy="13136"/>
          </a:xfrm>
          <a:custGeom>
            <a:avLst/>
            <a:gdLst/>
            <a:ahLst/>
            <a:cxnLst/>
            <a:rect l="l" t="t" r="r" b="b"/>
            <a:pathLst>
              <a:path w="613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5905" y="501"/>
                </a:lnTo>
                <a:cubicBezTo>
                  <a:pt x="6038" y="501"/>
                  <a:pt x="6138" y="401"/>
                  <a:pt x="6138" y="267"/>
                </a:cubicBezTo>
                <a:cubicBezTo>
                  <a:pt x="6138" y="134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8371666" y="1508906"/>
            <a:ext cx="61250" cy="13136"/>
          </a:xfrm>
          <a:custGeom>
            <a:avLst/>
            <a:gdLst/>
            <a:ahLst/>
            <a:cxnLst/>
            <a:rect l="l" t="t" r="r" b="b"/>
            <a:pathLst>
              <a:path w="2336" h="501" extrusionOk="0">
                <a:moveTo>
                  <a:pt x="234" y="1"/>
                </a:moveTo>
                <a:cubicBezTo>
                  <a:pt x="101" y="1"/>
                  <a:pt x="1" y="101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102" y="501"/>
                </a:lnTo>
                <a:cubicBezTo>
                  <a:pt x="2236" y="501"/>
                  <a:pt x="2336" y="401"/>
                  <a:pt x="2336" y="267"/>
                </a:cubicBezTo>
                <a:cubicBezTo>
                  <a:pt x="2336" y="101"/>
                  <a:pt x="2236" y="1"/>
                  <a:pt x="21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8448648" y="1508906"/>
            <a:ext cx="378722" cy="13136"/>
          </a:xfrm>
          <a:custGeom>
            <a:avLst/>
            <a:gdLst/>
            <a:ahLst/>
            <a:cxnLst/>
            <a:rect l="l" t="t" r="r" b="b"/>
            <a:pathLst>
              <a:path w="14444" h="501" extrusionOk="0">
                <a:moveTo>
                  <a:pt x="267" y="1"/>
                </a:moveTo>
                <a:cubicBezTo>
                  <a:pt x="134" y="1"/>
                  <a:pt x="0" y="101"/>
                  <a:pt x="0" y="267"/>
                </a:cubicBezTo>
                <a:cubicBezTo>
                  <a:pt x="0" y="401"/>
                  <a:pt x="134" y="501"/>
                  <a:pt x="267" y="501"/>
                </a:cubicBezTo>
                <a:lnTo>
                  <a:pt x="14210" y="501"/>
                </a:lnTo>
                <a:cubicBezTo>
                  <a:pt x="14344" y="501"/>
                  <a:pt x="14444" y="401"/>
                  <a:pt x="14444" y="267"/>
                </a:cubicBezTo>
                <a:cubicBezTo>
                  <a:pt x="14444" y="101"/>
                  <a:pt x="14344" y="1"/>
                  <a:pt x="14210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E258C-A570-F015-89E3-4FA71EC623EE}"/>
              </a:ext>
            </a:extLst>
          </p:cNvPr>
          <p:cNvSpPr txBox="1"/>
          <p:nvPr/>
        </p:nvSpPr>
        <p:spPr>
          <a:xfrm>
            <a:off x="580066" y="403903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The Ultimate Platform for Your Cricket Passion.</a:t>
            </a:r>
            <a:endParaRPr lang="en-IN" dirty="0">
              <a:solidFill>
                <a:schemeClr val="accent4">
                  <a:lumMod val="20000"/>
                  <a:lumOff val="80000"/>
                </a:schemeClr>
              </a:solidFill>
              <a:latin typeface="Oswald" panose="00000500000000000000" pitchFamily="2" charset="0"/>
            </a:endParaRPr>
          </a:p>
        </p:txBody>
      </p:sp>
      <p:grpSp>
        <p:nvGrpSpPr>
          <p:cNvPr id="6" name="Google Shape;839;p35">
            <a:extLst>
              <a:ext uri="{FF2B5EF4-FFF2-40B4-BE49-F238E27FC236}">
                <a16:creationId xmlns:a16="http://schemas.microsoft.com/office/drawing/2014/main" id="{9D942E7C-F99D-2589-63D1-F505E7D1F6B1}"/>
              </a:ext>
            </a:extLst>
          </p:cNvPr>
          <p:cNvGrpSpPr/>
          <p:nvPr/>
        </p:nvGrpSpPr>
        <p:grpSpPr>
          <a:xfrm rot="5400000">
            <a:off x="2307612" y="1179936"/>
            <a:ext cx="95285" cy="3348608"/>
            <a:chOff x="4524300" y="1013625"/>
            <a:chExt cx="95400" cy="3116250"/>
          </a:xfrm>
        </p:grpSpPr>
        <p:sp>
          <p:nvSpPr>
            <p:cNvPr id="7" name="Google Shape;840;p35">
              <a:extLst>
                <a:ext uri="{FF2B5EF4-FFF2-40B4-BE49-F238E27FC236}">
                  <a16:creationId xmlns:a16="http://schemas.microsoft.com/office/drawing/2014/main" id="{A67C16AF-8D09-883E-E995-55E16122A913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1;p35">
              <a:extLst>
                <a:ext uri="{FF2B5EF4-FFF2-40B4-BE49-F238E27FC236}">
                  <a16:creationId xmlns:a16="http://schemas.microsoft.com/office/drawing/2014/main" id="{209DF3B1-A9D1-0A7F-23E2-43EF960576EC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42;p35">
              <a:extLst>
                <a:ext uri="{FF2B5EF4-FFF2-40B4-BE49-F238E27FC236}">
                  <a16:creationId xmlns:a16="http://schemas.microsoft.com/office/drawing/2014/main" id="{77C399A0-F132-CA0C-533E-7A3068CBF7F7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43;p35">
              <a:extLst>
                <a:ext uri="{FF2B5EF4-FFF2-40B4-BE49-F238E27FC236}">
                  <a16:creationId xmlns:a16="http://schemas.microsoft.com/office/drawing/2014/main" id="{992AA2AB-8A47-B7D5-A306-96C3FE2631DB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44;p35">
              <a:extLst>
                <a:ext uri="{FF2B5EF4-FFF2-40B4-BE49-F238E27FC236}">
                  <a16:creationId xmlns:a16="http://schemas.microsoft.com/office/drawing/2014/main" id="{7CC79CE0-9834-A392-E3BC-80AF111EF6DE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45;p35">
              <a:extLst>
                <a:ext uri="{FF2B5EF4-FFF2-40B4-BE49-F238E27FC236}">
                  <a16:creationId xmlns:a16="http://schemas.microsoft.com/office/drawing/2014/main" id="{4B24CFEE-6804-F7D9-088C-C7395497902E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74061" y="92990"/>
            <a:ext cx="2778340" cy="5295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5" y="139020"/>
            <a:ext cx="741512" cy="7763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F989804-07E6-ED8C-7CBD-D5A6BC146AA1}"/>
              </a:ext>
            </a:extLst>
          </p:cNvPr>
          <p:cNvSpPr txBox="1">
            <a:spLocks/>
          </p:cNvSpPr>
          <p:nvPr/>
        </p:nvSpPr>
        <p:spPr>
          <a:xfrm>
            <a:off x="425326" y="864707"/>
            <a:ext cx="77175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0" i="0" u="none" strike="noStrike" cap="none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/>
              <a:t>Our Team</a:t>
            </a:r>
            <a:endParaRPr lang="en-IN" sz="3600" dirty="0"/>
          </a:p>
        </p:txBody>
      </p:sp>
      <p:graphicFrame>
        <p:nvGraphicFramePr>
          <p:cNvPr id="16" name="Google Shape;1938;p57">
            <a:extLst>
              <a:ext uri="{FF2B5EF4-FFF2-40B4-BE49-F238E27FC236}">
                <a16:creationId xmlns:a16="http://schemas.microsoft.com/office/drawing/2014/main" id="{1B3A994C-F342-E137-307A-17C7CEB134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5260563"/>
              </p:ext>
            </p:extLst>
          </p:nvPr>
        </p:nvGraphicFramePr>
        <p:xfrm>
          <a:off x="681466" y="1685683"/>
          <a:ext cx="2063250" cy="18638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6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Jaldi" panose="020B0604020202020204" charset="0"/>
                          <a:ea typeface="Alata"/>
                          <a:cs typeface="Jaldi" panose="020B0604020202020204" charset="0"/>
                          <a:sym typeface="Alata"/>
                        </a:rPr>
                        <a:t>Maithil Korat</a:t>
                      </a:r>
                      <a:endParaRPr lang="en-IN" sz="2000" dirty="0">
                        <a:solidFill>
                          <a:schemeClr val="accen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Jaldi"/>
                          <a:cs typeface="Jaldi" panose="020B0604020202020204" charset="0"/>
                          <a:sym typeface="Jaldi"/>
                        </a:rPr>
                        <a:t>24002171210085</a:t>
                      </a:r>
                      <a:endParaRPr sz="1600" dirty="0">
                        <a:solidFill>
                          <a:schemeClr val="lt1"/>
                        </a:solidFill>
                        <a:latin typeface="Jaldi" panose="020B0604020202020204" charset="0"/>
                        <a:ea typeface="Jaldi"/>
                        <a:cs typeface="Jaldi" panose="020B0604020202020204" charset="0"/>
                        <a:sym typeface="Jald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Jaldi"/>
                          <a:cs typeface="Jaldi" panose="020B0604020202020204" charset="0"/>
                          <a:sym typeface="Jaldi"/>
                        </a:rPr>
                        <a:t>CSE</a:t>
                      </a:r>
                      <a:endParaRPr sz="1600" dirty="0">
                        <a:solidFill>
                          <a:schemeClr val="lt1"/>
                        </a:solidFill>
                        <a:latin typeface="Jaldi" panose="020B0604020202020204" charset="0"/>
                        <a:ea typeface="Jaldi"/>
                        <a:cs typeface="Jaldi" panose="020B0604020202020204" charset="0"/>
                        <a:sym typeface="Jald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Alata"/>
                          <a:cs typeface="Jaldi" panose="020B0604020202020204" charset="0"/>
                          <a:sym typeface="Alata"/>
                        </a:rPr>
                        <a:t>Batch- A1</a:t>
                      </a:r>
                      <a:endParaRPr lang="en-IN" sz="1800" b="0" dirty="0">
                        <a:solidFill>
                          <a:schemeClr val="accen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Google Shape;1939;p57">
            <a:extLst>
              <a:ext uri="{FF2B5EF4-FFF2-40B4-BE49-F238E27FC236}">
                <a16:creationId xmlns:a16="http://schemas.microsoft.com/office/drawing/2014/main" id="{B8840F10-D203-396E-4851-9F978A30DE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8914190"/>
              </p:ext>
            </p:extLst>
          </p:nvPr>
        </p:nvGraphicFramePr>
        <p:xfrm>
          <a:off x="3267126" y="1685683"/>
          <a:ext cx="2269575" cy="224313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6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9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Jaldi" panose="020B0604020202020204" charset="0"/>
                          <a:ea typeface="Alata"/>
                          <a:cs typeface="Jaldi" panose="020B0604020202020204" charset="0"/>
                          <a:sym typeface="Alata"/>
                        </a:rPr>
                        <a:t>Yuvraj Labana</a:t>
                      </a:r>
                      <a:endParaRPr lang="en-IN" sz="2000" dirty="0">
                        <a:solidFill>
                          <a:schemeClr val="l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Jaldi"/>
                          <a:cs typeface="Jaldi" panose="020B0604020202020204" charset="0"/>
                          <a:sym typeface="Jaldi"/>
                        </a:rPr>
                        <a:t>24002171210081</a:t>
                      </a:r>
                      <a:endParaRPr sz="1600" dirty="0">
                        <a:solidFill>
                          <a:schemeClr val="lt1"/>
                        </a:solidFill>
                        <a:latin typeface="Jaldi" panose="020B0604020202020204" charset="0"/>
                        <a:ea typeface="Jaldi"/>
                        <a:cs typeface="Jaldi" panose="020B0604020202020204" charset="0"/>
                        <a:sym typeface="Jaldi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1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Jaldi"/>
                          <a:cs typeface="Jaldi" panose="020B0604020202020204" charset="0"/>
                          <a:sym typeface="Jaldi"/>
                        </a:rPr>
                        <a:t>CSE</a:t>
                      </a:r>
                      <a:endParaRPr sz="1600" dirty="0">
                        <a:solidFill>
                          <a:schemeClr val="lt1"/>
                        </a:solidFill>
                        <a:latin typeface="Jaldi" panose="020B0604020202020204" charset="0"/>
                        <a:ea typeface="Jaldi"/>
                        <a:cs typeface="Jaldi" panose="020B0604020202020204" charset="0"/>
                        <a:sym typeface="Jaldi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Alata"/>
                          <a:cs typeface="Jaldi" panose="020B0604020202020204" charset="0"/>
                          <a:sym typeface="Alata"/>
                        </a:rPr>
                        <a:t>Batch- A1</a:t>
                      </a:r>
                      <a:endParaRPr lang="en-IN" sz="2000" b="0" dirty="0">
                        <a:solidFill>
                          <a:schemeClr val="accen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chemeClr val="accen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Google Shape;1940;p57">
            <a:extLst>
              <a:ext uri="{FF2B5EF4-FFF2-40B4-BE49-F238E27FC236}">
                <a16:creationId xmlns:a16="http://schemas.microsoft.com/office/drawing/2014/main" id="{C207B9F9-30D5-657C-3A07-5A8B46B846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3470845"/>
              </p:ext>
            </p:extLst>
          </p:nvPr>
        </p:nvGraphicFramePr>
        <p:xfrm>
          <a:off x="5969900" y="1685683"/>
          <a:ext cx="2704017" cy="21686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04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Jaldi" panose="020B0604020202020204" charset="0"/>
                          <a:ea typeface="Alata"/>
                          <a:cs typeface="Jaldi" panose="020B0604020202020204" charset="0"/>
                          <a:sym typeface="Alata"/>
                        </a:rPr>
                        <a:t>Khushi Mulchandani</a:t>
                      </a:r>
                      <a:endParaRPr lang="en-IN" sz="2000" dirty="0">
                        <a:solidFill>
                          <a:schemeClr val="accen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Jaldi"/>
                          <a:cs typeface="Jaldi" panose="020B0604020202020204" charset="0"/>
                          <a:sym typeface="Jaldi"/>
                        </a:rPr>
                        <a:t>24002171410077</a:t>
                      </a:r>
                      <a:endParaRPr sz="1600" dirty="0">
                        <a:solidFill>
                          <a:schemeClr val="lt1"/>
                        </a:solidFill>
                        <a:latin typeface="Jaldi" panose="020B0604020202020204" charset="0"/>
                        <a:ea typeface="Jaldi"/>
                        <a:cs typeface="Jaldi" panose="020B0604020202020204" charset="0"/>
                        <a:sym typeface="Jaldi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Jaldi"/>
                          <a:cs typeface="Jaldi" panose="020B0604020202020204" charset="0"/>
                          <a:sym typeface="Jaldi"/>
                        </a:rPr>
                        <a:t>CSE</a:t>
                      </a:r>
                      <a:endParaRPr sz="1600" dirty="0">
                        <a:solidFill>
                          <a:schemeClr val="lt1"/>
                        </a:solidFill>
                        <a:latin typeface="Jaldi" panose="020B0604020202020204" charset="0"/>
                        <a:ea typeface="Jaldi"/>
                        <a:cs typeface="Jaldi" panose="020B0604020202020204" charset="0"/>
                        <a:sym typeface="Jaldi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lt1"/>
                          </a:solidFill>
                          <a:latin typeface="Jaldi" panose="020B0604020202020204" charset="0"/>
                          <a:ea typeface="Alata"/>
                          <a:cs typeface="Jaldi" panose="020B0604020202020204" charset="0"/>
                          <a:sym typeface="Alata"/>
                        </a:rPr>
                        <a:t>Batch- A1</a:t>
                      </a:r>
                      <a:endParaRPr lang="en-IN" sz="1800" b="0" dirty="0">
                        <a:solidFill>
                          <a:schemeClr val="accen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chemeClr val="accent1"/>
                        </a:solidFill>
                        <a:latin typeface="Jaldi" panose="020B0604020202020204" charset="0"/>
                        <a:ea typeface="Alata"/>
                        <a:cs typeface="Jaldi" panose="020B0604020202020204" charset="0"/>
                        <a:sym typeface="Alata"/>
                      </a:endParaRPr>
                    </a:p>
                  </a:txBody>
                  <a:tcPr marL="100568" marR="100568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6" name="Google Shape;874;p37">
            <a:extLst>
              <a:ext uri="{FF2B5EF4-FFF2-40B4-BE49-F238E27FC236}">
                <a16:creationId xmlns:a16="http://schemas.microsoft.com/office/drawing/2014/main" id="{B2C72006-3F0B-4663-3F1B-20A98DAB7A57}"/>
              </a:ext>
            </a:extLst>
          </p:cNvPr>
          <p:cNvGrpSpPr/>
          <p:nvPr/>
        </p:nvGrpSpPr>
        <p:grpSpPr>
          <a:xfrm flipH="1">
            <a:off x="3029532" y="1487568"/>
            <a:ext cx="73226" cy="2473446"/>
            <a:chOff x="4524300" y="1013625"/>
            <a:chExt cx="95400" cy="3116250"/>
          </a:xfrm>
        </p:grpSpPr>
        <p:sp>
          <p:nvSpPr>
            <p:cNvPr id="27" name="Google Shape;875;p37">
              <a:extLst>
                <a:ext uri="{FF2B5EF4-FFF2-40B4-BE49-F238E27FC236}">
                  <a16:creationId xmlns:a16="http://schemas.microsoft.com/office/drawing/2014/main" id="{31271CF5-4342-4F71-95FE-0FCA653F7DD0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76;p37">
              <a:extLst>
                <a:ext uri="{FF2B5EF4-FFF2-40B4-BE49-F238E27FC236}">
                  <a16:creationId xmlns:a16="http://schemas.microsoft.com/office/drawing/2014/main" id="{4D62432F-B22E-AF37-1C75-73397B2AC1FB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77;p37">
              <a:extLst>
                <a:ext uri="{FF2B5EF4-FFF2-40B4-BE49-F238E27FC236}">
                  <a16:creationId xmlns:a16="http://schemas.microsoft.com/office/drawing/2014/main" id="{E31D1076-65C0-60B1-F361-217250FFFA92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78;p37">
              <a:extLst>
                <a:ext uri="{FF2B5EF4-FFF2-40B4-BE49-F238E27FC236}">
                  <a16:creationId xmlns:a16="http://schemas.microsoft.com/office/drawing/2014/main" id="{C11B322C-065E-FCDF-8D2C-48498B008A22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79;p37">
              <a:extLst>
                <a:ext uri="{FF2B5EF4-FFF2-40B4-BE49-F238E27FC236}">
                  <a16:creationId xmlns:a16="http://schemas.microsoft.com/office/drawing/2014/main" id="{E3873ACB-50FB-2AA6-D71D-43A814C23A7D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0;p37">
              <a:extLst>
                <a:ext uri="{FF2B5EF4-FFF2-40B4-BE49-F238E27FC236}">
                  <a16:creationId xmlns:a16="http://schemas.microsoft.com/office/drawing/2014/main" id="{E69EA360-50B7-8AA1-32E3-4746097DD4F0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4FC9D76-463A-EE35-30F8-B371AC974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9"/>
            <a:ext cx="601187" cy="6294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76458F-7001-5E45-AB4F-41425DC34C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532535" y="117263"/>
            <a:ext cx="2475291" cy="471751"/>
          </a:xfrm>
          <a:prstGeom prst="rect">
            <a:avLst/>
          </a:prstGeom>
        </p:spPr>
      </p:pic>
      <p:grpSp>
        <p:nvGrpSpPr>
          <p:cNvPr id="6" name="Google Shape;874;p37">
            <a:extLst>
              <a:ext uri="{FF2B5EF4-FFF2-40B4-BE49-F238E27FC236}">
                <a16:creationId xmlns:a16="http://schemas.microsoft.com/office/drawing/2014/main" id="{EF47A84C-0F63-DE00-EC13-E7F6B945E02A}"/>
              </a:ext>
            </a:extLst>
          </p:cNvPr>
          <p:cNvGrpSpPr/>
          <p:nvPr/>
        </p:nvGrpSpPr>
        <p:grpSpPr>
          <a:xfrm flipH="1">
            <a:off x="5716687" y="1515821"/>
            <a:ext cx="73226" cy="2473446"/>
            <a:chOff x="4524300" y="1013625"/>
            <a:chExt cx="95400" cy="3116250"/>
          </a:xfrm>
        </p:grpSpPr>
        <p:sp>
          <p:nvSpPr>
            <p:cNvPr id="7" name="Google Shape;875;p37">
              <a:extLst>
                <a:ext uri="{FF2B5EF4-FFF2-40B4-BE49-F238E27FC236}">
                  <a16:creationId xmlns:a16="http://schemas.microsoft.com/office/drawing/2014/main" id="{F3290365-047C-48D5-0C60-662C6F1FC2E0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76;p37">
              <a:extLst>
                <a:ext uri="{FF2B5EF4-FFF2-40B4-BE49-F238E27FC236}">
                  <a16:creationId xmlns:a16="http://schemas.microsoft.com/office/drawing/2014/main" id="{D759F81E-2AD2-1D7A-7B63-85F61E4080C9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77;p37">
              <a:extLst>
                <a:ext uri="{FF2B5EF4-FFF2-40B4-BE49-F238E27FC236}">
                  <a16:creationId xmlns:a16="http://schemas.microsoft.com/office/drawing/2014/main" id="{6ED60886-4781-3A53-7DFB-DED289A9D8CD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78;p37">
              <a:extLst>
                <a:ext uri="{FF2B5EF4-FFF2-40B4-BE49-F238E27FC236}">
                  <a16:creationId xmlns:a16="http://schemas.microsoft.com/office/drawing/2014/main" id="{5A624B02-D71B-49AE-872D-4338B09F24FF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79;p37">
              <a:extLst>
                <a:ext uri="{FF2B5EF4-FFF2-40B4-BE49-F238E27FC236}">
                  <a16:creationId xmlns:a16="http://schemas.microsoft.com/office/drawing/2014/main" id="{0657CC36-8414-DF28-3A9E-A4785040438A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80;p37">
              <a:extLst>
                <a:ext uri="{FF2B5EF4-FFF2-40B4-BE49-F238E27FC236}">
                  <a16:creationId xmlns:a16="http://schemas.microsoft.com/office/drawing/2014/main" id="{BD8F9B7F-BE6C-DB87-CED7-25D43C807269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9"/>
          <p:cNvSpPr txBox="1">
            <a:spLocks noGrp="1"/>
          </p:cNvSpPr>
          <p:nvPr>
            <p:ph type="title"/>
          </p:nvPr>
        </p:nvSpPr>
        <p:spPr>
          <a:xfrm>
            <a:off x="419006" y="5233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674" name="Google Shape;674;p29"/>
          <p:cNvSpPr txBox="1">
            <a:spLocks noGrp="1"/>
          </p:cNvSpPr>
          <p:nvPr>
            <p:ph type="subTitle" idx="1"/>
          </p:nvPr>
        </p:nvSpPr>
        <p:spPr>
          <a:xfrm>
            <a:off x="719600" y="193034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Purpose</a:t>
            </a:r>
            <a:endParaRPr sz="2800" dirty="0"/>
          </a:p>
        </p:txBody>
      </p:sp>
      <p:sp>
        <p:nvSpPr>
          <p:cNvPr id="675" name="Google Shape;675;p29"/>
          <p:cNvSpPr txBox="1">
            <a:spLocks noGrp="1"/>
          </p:cNvSpPr>
          <p:nvPr>
            <p:ph type="title" idx="2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01</a:t>
            </a:r>
            <a:endParaRPr sz="3600" dirty="0"/>
          </a:p>
        </p:txBody>
      </p:sp>
      <p:sp>
        <p:nvSpPr>
          <p:cNvPr id="677" name="Google Shape;677;p29"/>
          <p:cNvSpPr txBox="1">
            <a:spLocks noGrp="1"/>
          </p:cNvSpPr>
          <p:nvPr>
            <p:ph type="subTitle" idx="4"/>
          </p:nvPr>
        </p:nvSpPr>
        <p:spPr>
          <a:xfrm>
            <a:off x="3413475" y="19736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ER Diagram</a:t>
            </a:r>
            <a:endParaRPr sz="3200" dirty="0"/>
          </a:p>
        </p:txBody>
      </p:sp>
      <p:sp>
        <p:nvSpPr>
          <p:cNvPr id="678" name="Google Shape;678;p29"/>
          <p:cNvSpPr txBox="1">
            <a:spLocks noGrp="1"/>
          </p:cNvSpPr>
          <p:nvPr>
            <p:ph type="title" idx="5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02</a:t>
            </a:r>
            <a:endParaRPr sz="3600" dirty="0"/>
          </a:p>
        </p:txBody>
      </p:sp>
      <p:sp>
        <p:nvSpPr>
          <p:cNvPr id="680" name="Google Shape;680;p29"/>
          <p:cNvSpPr txBox="1">
            <a:spLocks noGrp="1"/>
          </p:cNvSpPr>
          <p:nvPr>
            <p:ph type="subTitle" idx="7"/>
          </p:nvPr>
        </p:nvSpPr>
        <p:spPr>
          <a:xfrm>
            <a:off x="6107050" y="1930341"/>
            <a:ext cx="2556503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Technology Used</a:t>
            </a:r>
            <a:endParaRPr sz="2800" dirty="0"/>
          </a:p>
        </p:txBody>
      </p:sp>
      <p:sp>
        <p:nvSpPr>
          <p:cNvPr id="681" name="Google Shape;681;p29"/>
          <p:cNvSpPr txBox="1">
            <a:spLocks noGrp="1"/>
          </p:cNvSpPr>
          <p:nvPr>
            <p:ph type="title" idx="8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03</a:t>
            </a:r>
            <a:endParaRPr sz="3600" dirty="0"/>
          </a:p>
        </p:txBody>
      </p:sp>
      <p:sp>
        <p:nvSpPr>
          <p:cNvPr id="683" name="Google Shape;683;p29"/>
          <p:cNvSpPr txBox="1">
            <a:spLocks noGrp="1"/>
          </p:cNvSpPr>
          <p:nvPr>
            <p:ph type="subTitle" idx="13"/>
          </p:nvPr>
        </p:nvSpPr>
        <p:spPr>
          <a:xfrm>
            <a:off x="719600" y="3562513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Functionalities</a:t>
            </a:r>
            <a:endParaRPr sz="2800" dirty="0"/>
          </a:p>
        </p:txBody>
      </p:sp>
      <p:sp>
        <p:nvSpPr>
          <p:cNvPr id="684" name="Google Shape;684;p29"/>
          <p:cNvSpPr txBox="1">
            <a:spLocks noGrp="1"/>
          </p:cNvSpPr>
          <p:nvPr>
            <p:ph type="title" idx="14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04</a:t>
            </a:r>
            <a:endParaRPr sz="3600" dirty="0"/>
          </a:p>
        </p:txBody>
      </p:sp>
      <p:sp>
        <p:nvSpPr>
          <p:cNvPr id="686" name="Google Shape;686;p29"/>
          <p:cNvSpPr txBox="1">
            <a:spLocks noGrp="1"/>
          </p:cNvSpPr>
          <p:nvPr>
            <p:ph type="subTitle" idx="16"/>
          </p:nvPr>
        </p:nvSpPr>
        <p:spPr>
          <a:xfrm>
            <a:off x="3413550" y="400645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Merits and Demerits</a:t>
            </a:r>
            <a:endParaRPr sz="2800" dirty="0"/>
          </a:p>
        </p:txBody>
      </p:sp>
      <p:sp>
        <p:nvSpPr>
          <p:cNvPr id="687" name="Google Shape;687;p29"/>
          <p:cNvSpPr txBox="1">
            <a:spLocks noGrp="1"/>
          </p:cNvSpPr>
          <p:nvPr>
            <p:ph type="title" idx="17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05</a:t>
            </a:r>
            <a:endParaRPr sz="3600" dirty="0"/>
          </a:p>
        </p:txBody>
      </p:sp>
      <p:sp>
        <p:nvSpPr>
          <p:cNvPr id="689" name="Google Shape;689;p29"/>
          <p:cNvSpPr txBox="1">
            <a:spLocks noGrp="1"/>
          </p:cNvSpPr>
          <p:nvPr>
            <p:ph type="subTitle" idx="19"/>
          </p:nvPr>
        </p:nvSpPr>
        <p:spPr>
          <a:xfrm>
            <a:off x="6107500" y="3562513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Future Scope</a:t>
            </a:r>
            <a:endParaRPr sz="2800" dirty="0"/>
          </a:p>
        </p:txBody>
      </p:sp>
      <p:sp>
        <p:nvSpPr>
          <p:cNvPr id="690" name="Google Shape;690;p29"/>
          <p:cNvSpPr txBox="1">
            <a:spLocks noGrp="1"/>
          </p:cNvSpPr>
          <p:nvPr>
            <p:ph type="title" idx="20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06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9584C3-5AF3-C308-4EAC-B2FD4E06B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9"/>
            <a:ext cx="601187" cy="629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A82511-5ADC-AC2B-D893-AFE863F10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532535" y="117263"/>
            <a:ext cx="2475291" cy="4717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02;p31">
            <a:extLst>
              <a:ext uri="{FF2B5EF4-FFF2-40B4-BE49-F238E27FC236}">
                <a16:creationId xmlns:a16="http://schemas.microsoft.com/office/drawing/2014/main" id="{58FDEA23-9706-6DDC-157D-649C5355FA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80915" y="2571750"/>
            <a:ext cx="2703240" cy="9646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anose="00000500000000000000" pitchFamily="2" charset="0"/>
              </a:rPr>
              <a:t>01</a:t>
            </a:r>
            <a:r>
              <a:rPr lang="en" sz="4800" dirty="0">
                <a:latin typeface="Oswald" panose="00000500000000000000" pitchFamily="2" charset="0"/>
              </a:rPr>
              <a:t> </a:t>
            </a:r>
            <a:br>
              <a:rPr lang="en" sz="4800" dirty="0">
                <a:latin typeface="Oswald" panose="00000500000000000000" pitchFamily="2" charset="0"/>
              </a:rPr>
            </a:br>
            <a:r>
              <a:rPr lang="en" sz="6000" dirty="0">
                <a:latin typeface="Oswald" panose="00000500000000000000" pitchFamily="2" charset="0"/>
              </a:rPr>
              <a:t>Purpose</a:t>
            </a:r>
            <a:endParaRPr sz="6000" dirty="0">
              <a:latin typeface="Oswald" panose="00000500000000000000" pitchFamily="2" charset="0"/>
            </a:endParaRPr>
          </a:p>
        </p:txBody>
      </p:sp>
      <p:grpSp>
        <p:nvGrpSpPr>
          <p:cNvPr id="16" name="Google Shape;713;p31">
            <a:extLst>
              <a:ext uri="{FF2B5EF4-FFF2-40B4-BE49-F238E27FC236}">
                <a16:creationId xmlns:a16="http://schemas.microsoft.com/office/drawing/2014/main" id="{A22C2FA2-3DF8-7F0B-08D2-105817373D0F}"/>
              </a:ext>
            </a:extLst>
          </p:cNvPr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7" name="Google Shape;714;p31">
              <a:extLst>
                <a:ext uri="{FF2B5EF4-FFF2-40B4-BE49-F238E27FC236}">
                  <a16:creationId xmlns:a16="http://schemas.microsoft.com/office/drawing/2014/main" id="{89CE9CE6-5A99-5FED-348B-413830612BEB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15;p31">
              <a:extLst>
                <a:ext uri="{FF2B5EF4-FFF2-40B4-BE49-F238E27FC236}">
                  <a16:creationId xmlns:a16="http://schemas.microsoft.com/office/drawing/2014/main" id="{BEDC85C8-14AE-941C-B112-2FDC410816FF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16;p31">
              <a:extLst>
                <a:ext uri="{FF2B5EF4-FFF2-40B4-BE49-F238E27FC236}">
                  <a16:creationId xmlns:a16="http://schemas.microsoft.com/office/drawing/2014/main" id="{491A4A52-752C-75FB-4A80-ADF098B26C9D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17;p31">
              <a:extLst>
                <a:ext uri="{FF2B5EF4-FFF2-40B4-BE49-F238E27FC236}">
                  <a16:creationId xmlns:a16="http://schemas.microsoft.com/office/drawing/2014/main" id="{E6D5285F-580D-045B-FBA3-A871C81C46FE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18;p31">
              <a:extLst>
                <a:ext uri="{FF2B5EF4-FFF2-40B4-BE49-F238E27FC236}">
                  <a16:creationId xmlns:a16="http://schemas.microsoft.com/office/drawing/2014/main" id="{C9F70B51-E582-80E9-9429-1B8562322822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725;p31">
            <a:extLst>
              <a:ext uri="{FF2B5EF4-FFF2-40B4-BE49-F238E27FC236}">
                <a16:creationId xmlns:a16="http://schemas.microsoft.com/office/drawing/2014/main" id="{4D6CD7DC-A41B-1729-B1DA-6D831DED29D5}"/>
              </a:ext>
            </a:extLst>
          </p:cNvPr>
          <p:cNvGrpSpPr/>
          <p:nvPr/>
        </p:nvGrpSpPr>
        <p:grpSpPr>
          <a:xfrm>
            <a:off x="4461760" y="1156306"/>
            <a:ext cx="95400" cy="3116250"/>
            <a:chOff x="4524300" y="1013625"/>
            <a:chExt cx="95400" cy="3116250"/>
          </a:xfrm>
        </p:grpSpPr>
        <p:sp>
          <p:nvSpPr>
            <p:cNvPr id="23" name="Google Shape;726;p31">
              <a:extLst>
                <a:ext uri="{FF2B5EF4-FFF2-40B4-BE49-F238E27FC236}">
                  <a16:creationId xmlns:a16="http://schemas.microsoft.com/office/drawing/2014/main" id="{5991346F-0901-211C-96BC-EF2341B16B86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Oswald" panose="00000500000000000000" pitchFamily="2" charset="0"/>
              </a:endParaRPr>
            </a:p>
          </p:txBody>
        </p:sp>
        <p:sp>
          <p:nvSpPr>
            <p:cNvPr id="24" name="Google Shape;727;p31">
              <a:extLst>
                <a:ext uri="{FF2B5EF4-FFF2-40B4-BE49-F238E27FC236}">
                  <a16:creationId xmlns:a16="http://schemas.microsoft.com/office/drawing/2014/main" id="{EA60CF6B-EC41-483B-2C3B-5EE1DAA3337E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swald" panose="00000500000000000000" pitchFamily="2" charset="0"/>
              </a:endParaRPr>
            </a:p>
          </p:txBody>
        </p:sp>
        <p:sp>
          <p:nvSpPr>
            <p:cNvPr id="25" name="Google Shape;728;p31">
              <a:extLst>
                <a:ext uri="{FF2B5EF4-FFF2-40B4-BE49-F238E27FC236}">
                  <a16:creationId xmlns:a16="http://schemas.microsoft.com/office/drawing/2014/main" id="{C9AEBE47-3067-BB17-5164-F555F523948E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swald" panose="00000500000000000000" pitchFamily="2" charset="0"/>
              </a:endParaRPr>
            </a:p>
          </p:txBody>
        </p:sp>
        <p:sp>
          <p:nvSpPr>
            <p:cNvPr id="26" name="Google Shape;729;p31">
              <a:extLst>
                <a:ext uri="{FF2B5EF4-FFF2-40B4-BE49-F238E27FC236}">
                  <a16:creationId xmlns:a16="http://schemas.microsoft.com/office/drawing/2014/main" id="{A1C3FF87-B75E-01FD-9466-8960095781DB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swald" panose="00000500000000000000" pitchFamily="2" charset="0"/>
              </a:endParaRPr>
            </a:p>
          </p:txBody>
        </p:sp>
        <p:sp>
          <p:nvSpPr>
            <p:cNvPr id="27" name="Google Shape;730;p31">
              <a:extLst>
                <a:ext uri="{FF2B5EF4-FFF2-40B4-BE49-F238E27FC236}">
                  <a16:creationId xmlns:a16="http://schemas.microsoft.com/office/drawing/2014/main" id="{50F3BDEA-8E1A-3B18-55ED-D6CD5E200BBF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swald" panose="00000500000000000000" pitchFamily="2" charset="0"/>
              </a:endParaRPr>
            </a:p>
          </p:txBody>
        </p:sp>
        <p:sp>
          <p:nvSpPr>
            <p:cNvPr id="28" name="Google Shape;731;p31">
              <a:extLst>
                <a:ext uri="{FF2B5EF4-FFF2-40B4-BE49-F238E27FC236}">
                  <a16:creationId xmlns:a16="http://schemas.microsoft.com/office/drawing/2014/main" id="{C7E5184D-02CB-F2A9-9DED-F9731D7E3AFB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swald" panose="00000500000000000000" pitchFamily="2" charset="0"/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EDAEB73-07C3-A11D-3951-110AA83A57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532535" y="117263"/>
            <a:ext cx="2475291" cy="47175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F1DF5FE-1121-6F4E-6B46-12C982C8F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9"/>
            <a:ext cx="601187" cy="62945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27425B4-1614-E393-76E8-011F36B26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01" y="1552300"/>
            <a:ext cx="3362287" cy="189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4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-410705" y="589014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tx1"/>
                </a:solidFill>
              </a:rPr>
              <a:t>Purpose</a:t>
            </a:r>
            <a:endParaRPr sz="44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124F2-B2B6-A95E-E4FF-DD1A796B7110}"/>
              </a:ext>
            </a:extLst>
          </p:cNvPr>
          <p:cNvSpPr txBox="1"/>
          <p:nvPr/>
        </p:nvSpPr>
        <p:spPr>
          <a:xfrm>
            <a:off x="798162" y="1961544"/>
            <a:ext cx="7547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1600" dirty="0">
                <a:solidFill>
                  <a:schemeClr val="tx1">
                    <a:lumMod val="9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primary purpose of this project is to design and develop a </a:t>
            </a:r>
            <a:r>
              <a:rPr lang="en-US" sz="1600" b="1" dirty="0">
                <a:solidFill>
                  <a:schemeClr val="tx1">
                    <a:lumMod val="9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cricket scoring application</a:t>
            </a:r>
            <a:r>
              <a:rPr lang="en-US" sz="1600" dirty="0">
                <a:solidFill>
                  <a:schemeClr val="tx1">
                    <a:lumMod val="9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It aims to replace traditional manual scorekeeping with an automated, efficient, and accurate system. The application allows a user to record a cricket match ball-by-ball, and it automatically calculates and stores detailed career statistics for every player and team involved, creating a persistent and queryable history of all matches played.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F94E6-B230-7CD0-68C0-5B71BC2F3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9"/>
            <a:ext cx="601187" cy="629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2FD15D-74B2-43FE-F226-8D37D28EF7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532535" y="117263"/>
            <a:ext cx="2475291" cy="471751"/>
          </a:xfrm>
          <a:prstGeom prst="rect">
            <a:avLst/>
          </a:prstGeom>
        </p:spPr>
      </p:pic>
      <p:grpSp>
        <p:nvGrpSpPr>
          <p:cNvPr id="15" name="Google Shape;912;p39">
            <a:extLst>
              <a:ext uri="{FF2B5EF4-FFF2-40B4-BE49-F238E27FC236}">
                <a16:creationId xmlns:a16="http://schemas.microsoft.com/office/drawing/2014/main" id="{371F8F7B-BD5B-DE1B-3A31-D548C3187AC1}"/>
              </a:ext>
            </a:extLst>
          </p:cNvPr>
          <p:cNvGrpSpPr/>
          <p:nvPr/>
        </p:nvGrpSpPr>
        <p:grpSpPr>
          <a:xfrm rot="5400000">
            <a:off x="4110813" y="-23570"/>
            <a:ext cx="100963" cy="2968471"/>
            <a:chOff x="4524300" y="1013625"/>
            <a:chExt cx="95400" cy="3116250"/>
          </a:xfrm>
        </p:grpSpPr>
        <p:sp>
          <p:nvSpPr>
            <p:cNvPr id="16" name="Google Shape;913;p39">
              <a:extLst>
                <a:ext uri="{FF2B5EF4-FFF2-40B4-BE49-F238E27FC236}">
                  <a16:creationId xmlns:a16="http://schemas.microsoft.com/office/drawing/2014/main" id="{B53F7DFC-ED05-5E59-1A2E-7050D8B15C65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14;p39">
              <a:extLst>
                <a:ext uri="{FF2B5EF4-FFF2-40B4-BE49-F238E27FC236}">
                  <a16:creationId xmlns:a16="http://schemas.microsoft.com/office/drawing/2014/main" id="{97018FD0-67EA-46B1-45B8-ECEDC9BE08DE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15;p39">
              <a:extLst>
                <a:ext uri="{FF2B5EF4-FFF2-40B4-BE49-F238E27FC236}">
                  <a16:creationId xmlns:a16="http://schemas.microsoft.com/office/drawing/2014/main" id="{55FF7071-9397-17CA-49DD-02BF03EAE85C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16;p39">
              <a:extLst>
                <a:ext uri="{FF2B5EF4-FFF2-40B4-BE49-F238E27FC236}">
                  <a16:creationId xmlns:a16="http://schemas.microsoft.com/office/drawing/2014/main" id="{72E8B1DD-B96F-B534-5A0E-19FCE9ADE092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17;p39">
              <a:extLst>
                <a:ext uri="{FF2B5EF4-FFF2-40B4-BE49-F238E27FC236}">
                  <a16:creationId xmlns:a16="http://schemas.microsoft.com/office/drawing/2014/main" id="{6794B0C9-84E0-0BB8-813B-09B16F3CE1D1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18;p39">
              <a:extLst>
                <a:ext uri="{FF2B5EF4-FFF2-40B4-BE49-F238E27FC236}">
                  <a16:creationId xmlns:a16="http://schemas.microsoft.com/office/drawing/2014/main" id="{562089B5-3551-8E72-3AAD-6EE3E026AAF9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54"/>
          <p:cNvSpPr txBox="1">
            <a:spLocks noGrp="1"/>
          </p:cNvSpPr>
          <p:nvPr>
            <p:ph type="title"/>
          </p:nvPr>
        </p:nvSpPr>
        <p:spPr>
          <a:xfrm>
            <a:off x="4207334" y="1282292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344" name="Google Shape;1344;p54"/>
          <p:cNvSpPr txBox="1">
            <a:spLocks noGrp="1"/>
          </p:cNvSpPr>
          <p:nvPr>
            <p:ph type="title" idx="2"/>
          </p:nvPr>
        </p:nvSpPr>
        <p:spPr>
          <a:xfrm>
            <a:off x="4207334" y="2547676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accent2"/>
                </a:solidFill>
              </a:rPr>
              <a:t>ER Diagram</a:t>
            </a:r>
            <a:endParaRPr sz="4400" dirty="0">
              <a:solidFill>
                <a:schemeClr val="accent2"/>
              </a:solidFill>
            </a:endParaRPr>
          </a:p>
        </p:txBody>
      </p:sp>
      <p:grpSp>
        <p:nvGrpSpPr>
          <p:cNvPr id="1345" name="Google Shape;1345;p54"/>
          <p:cNvGrpSpPr/>
          <p:nvPr/>
        </p:nvGrpSpPr>
        <p:grpSpPr>
          <a:xfrm>
            <a:off x="333222" y="1486833"/>
            <a:ext cx="2239497" cy="2333500"/>
            <a:chOff x="6275090" y="1382992"/>
            <a:chExt cx="2377521" cy="2377521"/>
          </a:xfrm>
        </p:grpSpPr>
        <p:sp>
          <p:nvSpPr>
            <p:cNvPr id="1346" name="Google Shape;1346;p54"/>
            <p:cNvSpPr/>
            <p:nvPr/>
          </p:nvSpPr>
          <p:spPr>
            <a:xfrm>
              <a:off x="6275090" y="1382992"/>
              <a:ext cx="1862394" cy="2139770"/>
            </a:xfrm>
            <a:custGeom>
              <a:avLst/>
              <a:gdLst/>
              <a:ahLst/>
              <a:cxnLst/>
              <a:rect l="l" t="t" r="r" b="b"/>
              <a:pathLst>
                <a:path w="153315" h="176149" extrusionOk="0">
                  <a:moveTo>
                    <a:pt x="1" y="1"/>
                  </a:moveTo>
                  <a:lnTo>
                    <a:pt x="1" y="176148"/>
                  </a:lnTo>
                  <a:lnTo>
                    <a:pt x="153314" y="176148"/>
                  </a:lnTo>
                  <a:lnTo>
                    <a:pt x="153314" y="22835"/>
                  </a:lnTo>
                  <a:lnTo>
                    <a:pt x="1304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54"/>
            <p:cNvSpPr/>
            <p:nvPr/>
          </p:nvSpPr>
          <p:spPr>
            <a:xfrm>
              <a:off x="7860096" y="1382992"/>
              <a:ext cx="277388" cy="277388"/>
            </a:xfrm>
            <a:custGeom>
              <a:avLst/>
              <a:gdLst/>
              <a:ahLst/>
              <a:cxnLst/>
              <a:rect l="l" t="t" r="r" b="b"/>
              <a:pathLst>
                <a:path w="22835" h="22835" extrusionOk="0">
                  <a:moveTo>
                    <a:pt x="0" y="1"/>
                  </a:moveTo>
                  <a:lnTo>
                    <a:pt x="0" y="22835"/>
                  </a:lnTo>
                  <a:lnTo>
                    <a:pt x="22834" y="22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4"/>
            <p:cNvSpPr/>
            <p:nvPr/>
          </p:nvSpPr>
          <p:spPr>
            <a:xfrm>
              <a:off x="6631716" y="1977369"/>
              <a:ext cx="1228392" cy="1228392"/>
            </a:xfrm>
            <a:custGeom>
              <a:avLst/>
              <a:gdLst/>
              <a:ahLst/>
              <a:cxnLst/>
              <a:rect l="l" t="t" r="r" b="b"/>
              <a:pathLst>
                <a:path w="101123" h="101123" extrusionOk="0">
                  <a:moveTo>
                    <a:pt x="78289" y="55455"/>
                  </a:moveTo>
                  <a:lnTo>
                    <a:pt x="78289" y="78288"/>
                  </a:lnTo>
                  <a:lnTo>
                    <a:pt x="55455" y="78288"/>
                  </a:lnTo>
                  <a:lnTo>
                    <a:pt x="78289" y="55455"/>
                  </a:lnTo>
                  <a:close/>
                  <a:moveTo>
                    <a:pt x="101122" y="1"/>
                  </a:moveTo>
                  <a:lnTo>
                    <a:pt x="1" y="101122"/>
                  </a:lnTo>
                  <a:lnTo>
                    <a:pt x="101122" y="101122"/>
                  </a:lnTo>
                  <a:lnTo>
                    <a:pt x="1011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4"/>
            <p:cNvSpPr/>
            <p:nvPr/>
          </p:nvSpPr>
          <p:spPr>
            <a:xfrm>
              <a:off x="7622345" y="2730246"/>
              <a:ext cx="1030266" cy="1030266"/>
            </a:xfrm>
            <a:custGeom>
              <a:avLst/>
              <a:gdLst/>
              <a:ahLst/>
              <a:cxnLst/>
              <a:rect l="l" t="t" r="r" b="b"/>
              <a:pathLst>
                <a:path w="84813" h="84813" extrusionOk="0">
                  <a:moveTo>
                    <a:pt x="42406" y="1"/>
                  </a:moveTo>
                  <a:cubicBezTo>
                    <a:pt x="41167" y="1"/>
                    <a:pt x="39927" y="66"/>
                    <a:pt x="38688" y="196"/>
                  </a:cubicBezTo>
                  <a:lnTo>
                    <a:pt x="36763" y="7014"/>
                  </a:lnTo>
                  <a:cubicBezTo>
                    <a:pt x="34284" y="7405"/>
                    <a:pt x="31870" y="8058"/>
                    <a:pt x="29554" y="8938"/>
                  </a:cubicBezTo>
                  <a:lnTo>
                    <a:pt x="24531" y="4013"/>
                  </a:lnTo>
                  <a:cubicBezTo>
                    <a:pt x="22247" y="5057"/>
                    <a:pt x="20094" y="6296"/>
                    <a:pt x="18072" y="7699"/>
                  </a:cubicBezTo>
                  <a:lnTo>
                    <a:pt x="19833" y="14549"/>
                  </a:lnTo>
                  <a:cubicBezTo>
                    <a:pt x="17876" y="16115"/>
                    <a:pt x="16115" y="17876"/>
                    <a:pt x="14549" y="19833"/>
                  </a:cubicBezTo>
                  <a:lnTo>
                    <a:pt x="7699" y="18072"/>
                  </a:lnTo>
                  <a:cubicBezTo>
                    <a:pt x="6296" y="20094"/>
                    <a:pt x="5057" y="22247"/>
                    <a:pt x="4013" y="24531"/>
                  </a:cubicBezTo>
                  <a:lnTo>
                    <a:pt x="8938" y="29554"/>
                  </a:lnTo>
                  <a:cubicBezTo>
                    <a:pt x="8058" y="31870"/>
                    <a:pt x="7405" y="34284"/>
                    <a:pt x="7014" y="36763"/>
                  </a:cubicBezTo>
                  <a:lnTo>
                    <a:pt x="196" y="38688"/>
                  </a:lnTo>
                  <a:cubicBezTo>
                    <a:pt x="66" y="39927"/>
                    <a:pt x="1" y="41167"/>
                    <a:pt x="1" y="42406"/>
                  </a:cubicBezTo>
                  <a:cubicBezTo>
                    <a:pt x="1" y="43646"/>
                    <a:pt x="66" y="44885"/>
                    <a:pt x="196" y="46125"/>
                  </a:cubicBezTo>
                  <a:lnTo>
                    <a:pt x="7014" y="48050"/>
                  </a:lnTo>
                  <a:cubicBezTo>
                    <a:pt x="7405" y="50529"/>
                    <a:pt x="8058" y="52943"/>
                    <a:pt x="8938" y="55259"/>
                  </a:cubicBezTo>
                  <a:lnTo>
                    <a:pt x="4013" y="60282"/>
                  </a:lnTo>
                  <a:cubicBezTo>
                    <a:pt x="5057" y="62565"/>
                    <a:pt x="6296" y="64718"/>
                    <a:pt x="7699" y="66741"/>
                  </a:cubicBezTo>
                  <a:lnTo>
                    <a:pt x="14549" y="64979"/>
                  </a:lnTo>
                  <a:cubicBezTo>
                    <a:pt x="16115" y="66936"/>
                    <a:pt x="17876" y="68698"/>
                    <a:pt x="19833" y="70264"/>
                  </a:cubicBezTo>
                  <a:lnTo>
                    <a:pt x="18072" y="77114"/>
                  </a:lnTo>
                  <a:cubicBezTo>
                    <a:pt x="20094" y="78517"/>
                    <a:pt x="22247" y="79756"/>
                    <a:pt x="24531" y="80800"/>
                  </a:cubicBezTo>
                  <a:lnTo>
                    <a:pt x="29554" y="75874"/>
                  </a:lnTo>
                  <a:cubicBezTo>
                    <a:pt x="31870" y="76755"/>
                    <a:pt x="34284" y="77407"/>
                    <a:pt x="36763" y="77799"/>
                  </a:cubicBezTo>
                  <a:lnTo>
                    <a:pt x="38688" y="84616"/>
                  </a:lnTo>
                  <a:cubicBezTo>
                    <a:pt x="39927" y="84747"/>
                    <a:pt x="41167" y="84812"/>
                    <a:pt x="42406" y="84812"/>
                  </a:cubicBezTo>
                  <a:cubicBezTo>
                    <a:pt x="43646" y="84812"/>
                    <a:pt x="44885" y="84747"/>
                    <a:pt x="46125" y="84616"/>
                  </a:cubicBezTo>
                  <a:lnTo>
                    <a:pt x="48050" y="77799"/>
                  </a:lnTo>
                  <a:cubicBezTo>
                    <a:pt x="50529" y="77407"/>
                    <a:pt x="52943" y="76755"/>
                    <a:pt x="55259" y="75874"/>
                  </a:cubicBezTo>
                  <a:lnTo>
                    <a:pt x="60282" y="80800"/>
                  </a:lnTo>
                  <a:cubicBezTo>
                    <a:pt x="62565" y="79756"/>
                    <a:pt x="64718" y="78517"/>
                    <a:pt x="66741" y="77114"/>
                  </a:cubicBezTo>
                  <a:lnTo>
                    <a:pt x="64979" y="70264"/>
                  </a:lnTo>
                  <a:cubicBezTo>
                    <a:pt x="66936" y="68698"/>
                    <a:pt x="68698" y="66936"/>
                    <a:pt x="70264" y="64979"/>
                  </a:cubicBezTo>
                  <a:lnTo>
                    <a:pt x="77114" y="66741"/>
                  </a:lnTo>
                  <a:cubicBezTo>
                    <a:pt x="78517" y="64718"/>
                    <a:pt x="79756" y="62565"/>
                    <a:pt x="80800" y="60282"/>
                  </a:cubicBezTo>
                  <a:lnTo>
                    <a:pt x="75874" y="55259"/>
                  </a:lnTo>
                  <a:cubicBezTo>
                    <a:pt x="76755" y="52943"/>
                    <a:pt x="77407" y="50529"/>
                    <a:pt x="77799" y="48050"/>
                  </a:cubicBezTo>
                  <a:lnTo>
                    <a:pt x="84616" y="46125"/>
                  </a:lnTo>
                  <a:cubicBezTo>
                    <a:pt x="84747" y="44885"/>
                    <a:pt x="84812" y="43646"/>
                    <a:pt x="84812" y="42406"/>
                  </a:cubicBezTo>
                  <a:cubicBezTo>
                    <a:pt x="84812" y="41167"/>
                    <a:pt x="84747" y="39927"/>
                    <a:pt x="84616" y="38688"/>
                  </a:cubicBezTo>
                  <a:lnTo>
                    <a:pt x="77799" y="36763"/>
                  </a:lnTo>
                  <a:cubicBezTo>
                    <a:pt x="77407" y="34284"/>
                    <a:pt x="76755" y="31870"/>
                    <a:pt x="75874" y="29554"/>
                  </a:cubicBezTo>
                  <a:lnTo>
                    <a:pt x="80800" y="24531"/>
                  </a:lnTo>
                  <a:cubicBezTo>
                    <a:pt x="79756" y="22247"/>
                    <a:pt x="78517" y="20094"/>
                    <a:pt x="77114" y="18072"/>
                  </a:cubicBezTo>
                  <a:lnTo>
                    <a:pt x="70264" y="19833"/>
                  </a:lnTo>
                  <a:cubicBezTo>
                    <a:pt x="68698" y="17876"/>
                    <a:pt x="66936" y="16115"/>
                    <a:pt x="64979" y="14549"/>
                  </a:cubicBezTo>
                  <a:lnTo>
                    <a:pt x="66741" y="7699"/>
                  </a:lnTo>
                  <a:cubicBezTo>
                    <a:pt x="64718" y="6296"/>
                    <a:pt x="62565" y="5057"/>
                    <a:pt x="60282" y="4013"/>
                  </a:cubicBezTo>
                  <a:lnTo>
                    <a:pt x="55259" y="8938"/>
                  </a:lnTo>
                  <a:cubicBezTo>
                    <a:pt x="52943" y="8058"/>
                    <a:pt x="50529" y="7405"/>
                    <a:pt x="48050" y="7014"/>
                  </a:cubicBezTo>
                  <a:lnTo>
                    <a:pt x="46125" y="196"/>
                  </a:lnTo>
                  <a:cubicBezTo>
                    <a:pt x="44885" y="66"/>
                    <a:pt x="43646" y="1"/>
                    <a:pt x="42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54"/>
            <p:cNvSpPr/>
            <p:nvPr/>
          </p:nvSpPr>
          <p:spPr>
            <a:xfrm>
              <a:off x="7265719" y="1660368"/>
              <a:ext cx="237763" cy="237763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1"/>
                  </a:moveTo>
                  <a:lnTo>
                    <a:pt x="1" y="19573"/>
                  </a:lnTo>
                  <a:lnTo>
                    <a:pt x="19573" y="19573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4"/>
            <p:cNvSpPr/>
            <p:nvPr/>
          </p:nvSpPr>
          <p:spPr>
            <a:xfrm>
              <a:off x="7265719" y="1898118"/>
              <a:ext cx="237763" cy="673640"/>
            </a:xfrm>
            <a:custGeom>
              <a:avLst/>
              <a:gdLst/>
              <a:ahLst/>
              <a:cxnLst/>
              <a:rect l="l" t="t" r="r" b="b"/>
              <a:pathLst>
                <a:path w="19573" h="55455" extrusionOk="0">
                  <a:moveTo>
                    <a:pt x="1" y="1"/>
                  </a:moveTo>
                  <a:lnTo>
                    <a:pt x="1" y="55455"/>
                  </a:lnTo>
                  <a:lnTo>
                    <a:pt x="19573" y="3588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4"/>
            <p:cNvSpPr/>
            <p:nvPr/>
          </p:nvSpPr>
          <p:spPr>
            <a:xfrm>
              <a:off x="6631716" y="1660368"/>
              <a:ext cx="396264" cy="515139"/>
            </a:xfrm>
            <a:custGeom>
              <a:avLst/>
              <a:gdLst/>
              <a:ahLst/>
              <a:cxnLst/>
              <a:rect l="l" t="t" r="r" b="b"/>
              <a:pathLst>
                <a:path w="32621" h="42407" extrusionOk="0">
                  <a:moveTo>
                    <a:pt x="16311" y="1"/>
                  </a:moveTo>
                  <a:lnTo>
                    <a:pt x="1" y="26097"/>
                  </a:lnTo>
                  <a:lnTo>
                    <a:pt x="9787" y="42407"/>
                  </a:lnTo>
                  <a:lnTo>
                    <a:pt x="22835" y="42407"/>
                  </a:lnTo>
                  <a:lnTo>
                    <a:pt x="32621" y="26097"/>
                  </a:lnTo>
                  <a:lnTo>
                    <a:pt x="16311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4"/>
            <p:cNvSpPr/>
            <p:nvPr/>
          </p:nvSpPr>
          <p:spPr>
            <a:xfrm>
              <a:off x="6671342" y="2175494"/>
              <a:ext cx="317013" cy="922092"/>
            </a:xfrm>
            <a:custGeom>
              <a:avLst/>
              <a:gdLst/>
              <a:ahLst/>
              <a:cxnLst/>
              <a:rect l="l" t="t" r="r" b="b"/>
              <a:pathLst>
                <a:path w="26097" h="75908" extrusionOk="0">
                  <a:moveTo>
                    <a:pt x="6525" y="1"/>
                  </a:moveTo>
                  <a:lnTo>
                    <a:pt x="1" y="19573"/>
                  </a:lnTo>
                  <a:lnTo>
                    <a:pt x="5644" y="75907"/>
                  </a:lnTo>
                  <a:lnTo>
                    <a:pt x="22117" y="59434"/>
                  </a:lnTo>
                  <a:lnTo>
                    <a:pt x="26097" y="1957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4"/>
            <p:cNvSpPr/>
            <p:nvPr/>
          </p:nvSpPr>
          <p:spPr>
            <a:xfrm>
              <a:off x="7820471" y="2928372"/>
              <a:ext cx="634014" cy="634014"/>
            </a:xfrm>
            <a:custGeom>
              <a:avLst/>
              <a:gdLst/>
              <a:ahLst/>
              <a:cxnLst/>
              <a:rect l="l" t="t" r="r" b="b"/>
              <a:pathLst>
                <a:path w="52193" h="52193" extrusionOk="0">
                  <a:moveTo>
                    <a:pt x="26096" y="0"/>
                  </a:moveTo>
                  <a:cubicBezTo>
                    <a:pt x="11678" y="0"/>
                    <a:pt x="0" y="11678"/>
                    <a:pt x="0" y="26096"/>
                  </a:cubicBezTo>
                  <a:cubicBezTo>
                    <a:pt x="0" y="40514"/>
                    <a:pt x="11678" y="52192"/>
                    <a:pt x="26096" y="52192"/>
                  </a:cubicBezTo>
                  <a:cubicBezTo>
                    <a:pt x="40514" y="52192"/>
                    <a:pt x="52192" y="40514"/>
                    <a:pt x="52192" y="26096"/>
                  </a:cubicBezTo>
                  <a:cubicBezTo>
                    <a:pt x="52192" y="11678"/>
                    <a:pt x="40514" y="0"/>
                    <a:pt x="26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54"/>
            <p:cNvSpPr/>
            <p:nvPr/>
          </p:nvSpPr>
          <p:spPr>
            <a:xfrm>
              <a:off x="7899721" y="2928372"/>
              <a:ext cx="277388" cy="356638"/>
            </a:xfrm>
            <a:custGeom>
              <a:avLst/>
              <a:gdLst/>
              <a:ahLst/>
              <a:cxnLst/>
              <a:rect l="l" t="t" r="r" b="b"/>
              <a:pathLst>
                <a:path w="22835" h="29359" extrusionOk="0">
                  <a:moveTo>
                    <a:pt x="16310" y="0"/>
                  </a:moveTo>
                  <a:lnTo>
                    <a:pt x="16310" y="22834"/>
                  </a:lnTo>
                  <a:lnTo>
                    <a:pt x="0" y="22834"/>
                  </a:lnTo>
                  <a:lnTo>
                    <a:pt x="0" y="29358"/>
                  </a:lnTo>
                  <a:lnTo>
                    <a:pt x="22834" y="29358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54"/>
            <p:cNvSpPr/>
            <p:nvPr/>
          </p:nvSpPr>
          <p:spPr>
            <a:xfrm>
              <a:off x="8058222" y="3166123"/>
              <a:ext cx="158513" cy="158513"/>
            </a:xfrm>
            <a:custGeom>
              <a:avLst/>
              <a:gdLst/>
              <a:ahLst/>
              <a:cxnLst/>
              <a:rect l="l" t="t" r="r" b="b"/>
              <a:pathLst>
                <a:path w="13049" h="13049" extrusionOk="0">
                  <a:moveTo>
                    <a:pt x="6524" y="0"/>
                  </a:moveTo>
                  <a:cubicBezTo>
                    <a:pt x="2936" y="0"/>
                    <a:pt x="0" y="2936"/>
                    <a:pt x="0" y="6524"/>
                  </a:cubicBezTo>
                  <a:cubicBezTo>
                    <a:pt x="0" y="10113"/>
                    <a:pt x="2936" y="13048"/>
                    <a:pt x="6524" y="13048"/>
                  </a:cubicBezTo>
                  <a:cubicBezTo>
                    <a:pt x="10113" y="13048"/>
                    <a:pt x="13048" y="10113"/>
                    <a:pt x="13048" y="6524"/>
                  </a:cubicBezTo>
                  <a:cubicBezTo>
                    <a:pt x="13048" y="2936"/>
                    <a:pt x="10113" y="0"/>
                    <a:pt x="6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4"/>
            <p:cNvSpPr/>
            <p:nvPr/>
          </p:nvSpPr>
          <p:spPr>
            <a:xfrm>
              <a:off x="6790217" y="1660368"/>
              <a:ext cx="79262" cy="317013"/>
            </a:xfrm>
            <a:custGeom>
              <a:avLst/>
              <a:gdLst/>
              <a:ahLst/>
              <a:cxnLst/>
              <a:rect l="l" t="t" r="r" b="b"/>
              <a:pathLst>
                <a:path w="6525" h="26097" extrusionOk="0">
                  <a:moveTo>
                    <a:pt x="3263" y="1"/>
                  </a:moveTo>
                  <a:lnTo>
                    <a:pt x="1" y="5220"/>
                  </a:lnTo>
                  <a:lnTo>
                    <a:pt x="1" y="26097"/>
                  </a:lnTo>
                  <a:lnTo>
                    <a:pt x="6525" y="26097"/>
                  </a:lnTo>
                  <a:lnTo>
                    <a:pt x="6525" y="5220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4"/>
            <p:cNvSpPr/>
            <p:nvPr/>
          </p:nvSpPr>
          <p:spPr>
            <a:xfrm>
              <a:off x="6841334" y="2939864"/>
              <a:ext cx="135141" cy="135129"/>
            </a:xfrm>
            <a:custGeom>
              <a:avLst/>
              <a:gdLst/>
              <a:ahLst/>
              <a:cxnLst/>
              <a:rect l="l" t="t" r="r" b="b"/>
              <a:pathLst>
                <a:path w="11125" h="11124" extrusionOk="0">
                  <a:moveTo>
                    <a:pt x="4600" y="0"/>
                  </a:moveTo>
                  <a:lnTo>
                    <a:pt x="1" y="4600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4"/>
            <p:cNvSpPr/>
            <p:nvPr/>
          </p:nvSpPr>
          <p:spPr>
            <a:xfrm>
              <a:off x="6960209" y="2820988"/>
              <a:ext cx="135141" cy="135129"/>
            </a:xfrm>
            <a:custGeom>
              <a:avLst/>
              <a:gdLst/>
              <a:ahLst/>
              <a:cxnLst/>
              <a:rect l="l" t="t" r="r" b="b"/>
              <a:pathLst>
                <a:path w="11125" h="11124" extrusionOk="0">
                  <a:moveTo>
                    <a:pt x="4600" y="0"/>
                  </a:moveTo>
                  <a:lnTo>
                    <a:pt x="1" y="4632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4"/>
            <p:cNvSpPr/>
            <p:nvPr/>
          </p:nvSpPr>
          <p:spPr>
            <a:xfrm>
              <a:off x="7079085" y="2702113"/>
              <a:ext cx="135141" cy="135530"/>
            </a:xfrm>
            <a:custGeom>
              <a:avLst/>
              <a:gdLst/>
              <a:ahLst/>
              <a:cxnLst/>
              <a:rect l="l" t="t" r="r" b="b"/>
              <a:pathLst>
                <a:path w="11125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6"/>
                  </a:lnTo>
                  <a:lnTo>
                    <a:pt x="11124" y="6524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4"/>
            <p:cNvSpPr/>
            <p:nvPr/>
          </p:nvSpPr>
          <p:spPr>
            <a:xfrm>
              <a:off x="7197960" y="2583237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4"/>
            <p:cNvSpPr/>
            <p:nvPr/>
          </p:nvSpPr>
          <p:spPr>
            <a:xfrm>
              <a:off x="7316835" y="2464362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4"/>
            <p:cNvSpPr/>
            <p:nvPr/>
          </p:nvSpPr>
          <p:spPr>
            <a:xfrm>
              <a:off x="7435711" y="2345487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4"/>
            <p:cNvSpPr/>
            <p:nvPr/>
          </p:nvSpPr>
          <p:spPr>
            <a:xfrm>
              <a:off x="7554586" y="2226611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4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4"/>
            <p:cNvSpPr/>
            <p:nvPr/>
          </p:nvSpPr>
          <p:spPr>
            <a:xfrm>
              <a:off x="6354340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4"/>
            <p:cNvSpPr/>
            <p:nvPr/>
          </p:nvSpPr>
          <p:spPr>
            <a:xfrm>
              <a:off x="6512841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4"/>
            <p:cNvSpPr/>
            <p:nvPr/>
          </p:nvSpPr>
          <p:spPr>
            <a:xfrm>
              <a:off x="6671342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8" name="Google Shape;1368;p54"/>
          <p:cNvGrpSpPr/>
          <p:nvPr/>
        </p:nvGrpSpPr>
        <p:grpSpPr>
          <a:xfrm>
            <a:off x="3474114" y="1077842"/>
            <a:ext cx="95400" cy="3116250"/>
            <a:chOff x="4524300" y="1013625"/>
            <a:chExt cx="95400" cy="3116250"/>
          </a:xfrm>
        </p:grpSpPr>
        <p:sp>
          <p:nvSpPr>
            <p:cNvPr id="1369" name="Google Shape;1369;p5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5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0C445F5-EA90-5401-5264-9613AFE61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9"/>
            <a:ext cx="601187" cy="629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45D03-DCDC-1415-9B74-A9175678928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532535" y="117263"/>
            <a:ext cx="2475291" cy="471751"/>
          </a:xfrm>
          <a:prstGeom prst="rect">
            <a:avLst/>
          </a:prstGeom>
        </p:spPr>
      </p:pic>
      <p:grpSp>
        <p:nvGrpSpPr>
          <p:cNvPr id="8" name="Google Shape;713;p31">
            <a:extLst>
              <a:ext uri="{FF2B5EF4-FFF2-40B4-BE49-F238E27FC236}">
                <a16:creationId xmlns:a16="http://schemas.microsoft.com/office/drawing/2014/main" id="{0DE0640C-2A42-6018-4D58-0FE3D65BD679}"/>
              </a:ext>
            </a:extLst>
          </p:cNvPr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9" name="Google Shape;714;p31">
              <a:extLst>
                <a:ext uri="{FF2B5EF4-FFF2-40B4-BE49-F238E27FC236}">
                  <a16:creationId xmlns:a16="http://schemas.microsoft.com/office/drawing/2014/main" id="{6BBCA786-A1D1-86EB-AAFF-13A34FF0D831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5;p31">
              <a:extLst>
                <a:ext uri="{FF2B5EF4-FFF2-40B4-BE49-F238E27FC236}">
                  <a16:creationId xmlns:a16="http://schemas.microsoft.com/office/drawing/2014/main" id="{287D1F35-7C93-420B-D186-54EDAF680DE6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6;p31">
              <a:extLst>
                <a:ext uri="{FF2B5EF4-FFF2-40B4-BE49-F238E27FC236}">
                  <a16:creationId xmlns:a16="http://schemas.microsoft.com/office/drawing/2014/main" id="{116218B4-65FC-8111-5B16-90C28342A8CE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7;p31">
              <a:extLst>
                <a:ext uri="{FF2B5EF4-FFF2-40B4-BE49-F238E27FC236}">
                  <a16:creationId xmlns:a16="http://schemas.microsoft.com/office/drawing/2014/main" id="{4CD8D8E6-A8A0-9639-2F7C-4A88A3015995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8;p31">
              <a:extLst>
                <a:ext uri="{FF2B5EF4-FFF2-40B4-BE49-F238E27FC236}">
                  <a16:creationId xmlns:a16="http://schemas.microsoft.com/office/drawing/2014/main" id="{77393438-802B-792F-65F4-4C930DF272D9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13;p31">
            <a:extLst>
              <a:ext uri="{FF2B5EF4-FFF2-40B4-BE49-F238E27FC236}">
                <a16:creationId xmlns:a16="http://schemas.microsoft.com/office/drawing/2014/main" id="{3D7DBFBB-77E2-C93F-1367-955D46088DF2}"/>
              </a:ext>
            </a:extLst>
          </p:cNvPr>
          <p:cNvGrpSpPr/>
          <p:nvPr/>
        </p:nvGrpSpPr>
        <p:grpSpPr>
          <a:xfrm flipH="1">
            <a:off x="8024257" y="4496547"/>
            <a:ext cx="1119743" cy="646953"/>
            <a:chOff x="-77" y="3784091"/>
            <a:chExt cx="2423582" cy="1357541"/>
          </a:xfrm>
        </p:grpSpPr>
        <p:sp>
          <p:nvSpPr>
            <p:cNvPr id="21" name="Google Shape;714;p31">
              <a:extLst>
                <a:ext uri="{FF2B5EF4-FFF2-40B4-BE49-F238E27FC236}">
                  <a16:creationId xmlns:a16="http://schemas.microsoft.com/office/drawing/2014/main" id="{9BDD507B-CAA4-08B4-4979-46D61DC65708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15;p31">
              <a:extLst>
                <a:ext uri="{FF2B5EF4-FFF2-40B4-BE49-F238E27FC236}">
                  <a16:creationId xmlns:a16="http://schemas.microsoft.com/office/drawing/2014/main" id="{65DCD58C-72E3-B63D-939E-117444B7959F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16;p31">
              <a:extLst>
                <a:ext uri="{FF2B5EF4-FFF2-40B4-BE49-F238E27FC236}">
                  <a16:creationId xmlns:a16="http://schemas.microsoft.com/office/drawing/2014/main" id="{CA376297-698B-6656-9E0D-E19107B08E44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17;p31">
              <a:extLst>
                <a:ext uri="{FF2B5EF4-FFF2-40B4-BE49-F238E27FC236}">
                  <a16:creationId xmlns:a16="http://schemas.microsoft.com/office/drawing/2014/main" id="{0B394BBD-6EB2-F8A7-4AB3-983F6DAC0392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18;p31">
              <a:extLst>
                <a:ext uri="{FF2B5EF4-FFF2-40B4-BE49-F238E27FC236}">
                  <a16:creationId xmlns:a16="http://schemas.microsoft.com/office/drawing/2014/main" id="{4306EB60-6394-0538-CC23-BAC91D12E11C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CD23FB-0706-A46F-9523-77B05AB35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75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A28E3CA-5894-08F7-9D2D-ECD34EA22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8716" y="1067869"/>
            <a:ext cx="2783232" cy="2783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9EE3CC-8D82-0BAF-CA91-636724502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9"/>
            <a:ext cx="601187" cy="629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468057-4CA0-F640-472A-F04F5D07ECE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532535" y="117263"/>
            <a:ext cx="2475291" cy="471751"/>
          </a:xfrm>
          <a:prstGeom prst="rect">
            <a:avLst/>
          </a:prstGeom>
        </p:spPr>
      </p:pic>
      <p:sp>
        <p:nvSpPr>
          <p:cNvPr id="8" name="Google Shape;1998;p60">
            <a:extLst>
              <a:ext uri="{FF2B5EF4-FFF2-40B4-BE49-F238E27FC236}">
                <a16:creationId xmlns:a16="http://schemas.microsoft.com/office/drawing/2014/main" id="{FB334E8D-902B-BF5F-AE15-9ABA5A428D3F}"/>
              </a:ext>
            </a:extLst>
          </p:cNvPr>
          <p:cNvSpPr txBox="1">
            <a:spLocks/>
          </p:cNvSpPr>
          <p:nvPr/>
        </p:nvSpPr>
        <p:spPr>
          <a:xfrm>
            <a:off x="1873668" y="1578703"/>
            <a:ext cx="1498500" cy="7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dirty="0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9" name="Google Shape;1997;p60">
            <a:extLst>
              <a:ext uri="{FF2B5EF4-FFF2-40B4-BE49-F238E27FC236}">
                <a16:creationId xmlns:a16="http://schemas.microsoft.com/office/drawing/2014/main" id="{948FD995-F91D-B03D-0017-023BFFFE54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3668" y="2571750"/>
            <a:ext cx="5608200" cy="9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400" dirty="0">
                <a:solidFill>
                  <a:schemeClr val="accent2"/>
                </a:solidFill>
              </a:rPr>
              <a:t>Technology Used</a:t>
            </a:r>
            <a:endParaRPr sz="4400" dirty="0">
              <a:solidFill>
                <a:schemeClr val="accent2"/>
              </a:solidFill>
            </a:endParaRPr>
          </a:p>
        </p:txBody>
      </p:sp>
      <p:grpSp>
        <p:nvGrpSpPr>
          <p:cNvPr id="10" name="Google Shape;713;p31">
            <a:extLst>
              <a:ext uri="{FF2B5EF4-FFF2-40B4-BE49-F238E27FC236}">
                <a16:creationId xmlns:a16="http://schemas.microsoft.com/office/drawing/2014/main" id="{FB9E3AA2-D2AD-DD0E-D6EC-9B61452ED5DC}"/>
              </a:ext>
            </a:extLst>
          </p:cNvPr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1" name="Google Shape;714;p31">
              <a:extLst>
                <a:ext uri="{FF2B5EF4-FFF2-40B4-BE49-F238E27FC236}">
                  <a16:creationId xmlns:a16="http://schemas.microsoft.com/office/drawing/2014/main" id="{D8706ABA-7B53-3357-B9B3-270AB5DA97C7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5;p31">
              <a:extLst>
                <a:ext uri="{FF2B5EF4-FFF2-40B4-BE49-F238E27FC236}">
                  <a16:creationId xmlns:a16="http://schemas.microsoft.com/office/drawing/2014/main" id="{DA890960-CF86-FBA1-0CF6-4352A508D430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6;p31">
              <a:extLst>
                <a:ext uri="{FF2B5EF4-FFF2-40B4-BE49-F238E27FC236}">
                  <a16:creationId xmlns:a16="http://schemas.microsoft.com/office/drawing/2014/main" id="{1DAAB4B2-0DE7-31E4-D55D-BDA415519490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7;p31">
              <a:extLst>
                <a:ext uri="{FF2B5EF4-FFF2-40B4-BE49-F238E27FC236}">
                  <a16:creationId xmlns:a16="http://schemas.microsoft.com/office/drawing/2014/main" id="{B57DD3C4-FDE7-30B9-03BE-B2760F2A55B7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18;p31">
              <a:extLst>
                <a:ext uri="{FF2B5EF4-FFF2-40B4-BE49-F238E27FC236}">
                  <a16:creationId xmlns:a16="http://schemas.microsoft.com/office/drawing/2014/main" id="{69A4312F-FED1-BD49-83B3-F271BCA31750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368;p54">
            <a:extLst>
              <a:ext uri="{FF2B5EF4-FFF2-40B4-BE49-F238E27FC236}">
                <a16:creationId xmlns:a16="http://schemas.microsoft.com/office/drawing/2014/main" id="{C0B4C180-4CDF-AEEC-6DFB-968750F96DF5}"/>
              </a:ext>
            </a:extLst>
          </p:cNvPr>
          <p:cNvGrpSpPr/>
          <p:nvPr/>
        </p:nvGrpSpPr>
        <p:grpSpPr>
          <a:xfrm>
            <a:off x="1450495" y="1067869"/>
            <a:ext cx="95400" cy="3116250"/>
            <a:chOff x="4524300" y="1013625"/>
            <a:chExt cx="95400" cy="3116250"/>
          </a:xfrm>
        </p:grpSpPr>
        <p:sp>
          <p:nvSpPr>
            <p:cNvPr id="17" name="Google Shape;1369;p54">
              <a:extLst>
                <a:ext uri="{FF2B5EF4-FFF2-40B4-BE49-F238E27FC236}">
                  <a16:creationId xmlns:a16="http://schemas.microsoft.com/office/drawing/2014/main" id="{6CE583BD-21F1-8D70-8E24-5B7219449FDE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70;p54">
              <a:extLst>
                <a:ext uri="{FF2B5EF4-FFF2-40B4-BE49-F238E27FC236}">
                  <a16:creationId xmlns:a16="http://schemas.microsoft.com/office/drawing/2014/main" id="{98204E28-9D84-E5B9-1442-451587E24E39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71;p54">
              <a:extLst>
                <a:ext uri="{FF2B5EF4-FFF2-40B4-BE49-F238E27FC236}">
                  <a16:creationId xmlns:a16="http://schemas.microsoft.com/office/drawing/2014/main" id="{4A48D5E7-2369-834A-35DA-443B5BE503F3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72;p54">
              <a:extLst>
                <a:ext uri="{FF2B5EF4-FFF2-40B4-BE49-F238E27FC236}">
                  <a16:creationId xmlns:a16="http://schemas.microsoft.com/office/drawing/2014/main" id="{335959D4-53F4-A619-304F-5AC5914DEB93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73;p54">
              <a:extLst>
                <a:ext uri="{FF2B5EF4-FFF2-40B4-BE49-F238E27FC236}">
                  <a16:creationId xmlns:a16="http://schemas.microsoft.com/office/drawing/2014/main" id="{2DACA367-4E6D-7B13-1396-B4AD2D4AF327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74;p54">
              <a:extLst>
                <a:ext uri="{FF2B5EF4-FFF2-40B4-BE49-F238E27FC236}">
                  <a16:creationId xmlns:a16="http://schemas.microsoft.com/office/drawing/2014/main" id="{6A18867A-8933-7BD9-11ED-CF2B01C45139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747;p32">
            <a:extLst>
              <a:ext uri="{FF2B5EF4-FFF2-40B4-BE49-F238E27FC236}">
                <a16:creationId xmlns:a16="http://schemas.microsoft.com/office/drawing/2014/main" id="{E50D6BF3-0927-DABF-C180-D477806A1DD3}"/>
              </a:ext>
            </a:extLst>
          </p:cNvPr>
          <p:cNvGrpSpPr/>
          <p:nvPr/>
        </p:nvGrpSpPr>
        <p:grpSpPr>
          <a:xfrm flipH="1">
            <a:off x="8121499" y="4494508"/>
            <a:ext cx="1022509" cy="647285"/>
            <a:chOff x="-77" y="3784091"/>
            <a:chExt cx="2423582" cy="1357541"/>
          </a:xfrm>
        </p:grpSpPr>
        <p:sp>
          <p:nvSpPr>
            <p:cNvPr id="24" name="Google Shape;748;p32">
              <a:extLst>
                <a:ext uri="{FF2B5EF4-FFF2-40B4-BE49-F238E27FC236}">
                  <a16:creationId xmlns:a16="http://schemas.microsoft.com/office/drawing/2014/main" id="{3F6FFF5A-F637-9FB2-3474-50FACFC31734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9;p32">
              <a:extLst>
                <a:ext uri="{FF2B5EF4-FFF2-40B4-BE49-F238E27FC236}">
                  <a16:creationId xmlns:a16="http://schemas.microsoft.com/office/drawing/2014/main" id="{5203BE0A-50E0-352F-EE63-AC03A5E32419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50;p32">
              <a:extLst>
                <a:ext uri="{FF2B5EF4-FFF2-40B4-BE49-F238E27FC236}">
                  <a16:creationId xmlns:a16="http://schemas.microsoft.com/office/drawing/2014/main" id="{837872DA-A354-1CEB-BD34-189BFB5AE4E2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51;p32">
              <a:extLst>
                <a:ext uri="{FF2B5EF4-FFF2-40B4-BE49-F238E27FC236}">
                  <a16:creationId xmlns:a16="http://schemas.microsoft.com/office/drawing/2014/main" id="{BEECE5B2-4066-34D6-0579-A1DB44D298DF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52;p32">
              <a:extLst>
                <a:ext uri="{FF2B5EF4-FFF2-40B4-BE49-F238E27FC236}">
                  <a16:creationId xmlns:a16="http://schemas.microsoft.com/office/drawing/2014/main" id="{46EBF03D-788B-0BAD-D58B-96B63171EF36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467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0">
            <a:extLst>
              <a:ext uri="{FF2B5EF4-FFF2-40B4-BE49-F238E27FC236}">
                <a16:creationId xmlns:a16="http://schemas.microsoft.com/office/drawing/2014/main" id="{B88D75FE-E5F8-51EC-6031-6D0A2876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11125"/>
            <a:ext cx="7704000" cy="572700"/>
          </a:xfrm>
        </p:spPr>
        <p:txBody>
          <a:bodyPr/>
          <a:lstStyle/>
          <a:p>
            <a:r>
              <a:rPr lang="en-US" sz="3600" dirty="0">
                <a:solidFill>
                  <a:schemeClr val="tx1">
                    <a:lumMod val="90000"/>
                  </a:schemeClr>
                </a:solidFill>
                <a:latin typeface="Oswald" panose="00000500000000000000" pitchFamily="2" charset="0"/>
              </a:rPr>
              <a:t>Technology</a:t>
            </a:r>
            <a:r>
              <a:rPr lang="en-US" sz="3600" dirty="0">
                <a:solidFill>
                  <a:schemeClr val="accent2"/>
                </a:solidFill>
                <a:latin typeface="Oswald" panose="00000500000000000000" pitchFamily="2" charset="0"/>
              </a:rPr>
              <a:t> </a:t>
            </a:r>
            <a:r>
              <a:rPr lang="en-US" sz="3600" dirty="0">
                <a:solidFill>
                  <a:schemeClr val="tx1">
                    <a:lumMod val="90000"/>
                  </a:schemeClr>
                </a:solidFill>
                <a:latin typeface="Oswald" panose="00000500000000000000" pitchFamily="2" charset="0"/>
              </a:rPr>
              <a:t>Used</a:t>
            </a:r>
            <a:endParaRPr lang="en-IN" sz="3600" dirty="0">
              <a:solidFill>
                <a:schemeClr val="tx1">
                  <a:lumMod val="90000"/>
                </a:schemeClr>
              </a:solidFill>
              <a:latin typeface="Oswald" panose="00000500000000000000" pitchFamily="2" charset="0"/>
            </a:endParaRPr>
          </a:p>
        </p:txBody>
      </p:sp>
      <p:sp>
        <p:nvSpPr>
          <p:cNvPr id="18" name="Subtitle 12">
            <a:extLst>
              <a:ext uri="{FF2B5EF4-FFF2-40B4-BE49-F238E27FC236}">
                <a16:creationId xmlns:a16="http://schemas.microsoft.com/office/drawing/2014/main" id="{9B2A7F58-A239-C18C-BCED-12F264384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9" name="Subtitle 16">
            <a:extLst>
              <a:ext uri="{FF2B5EF4-FFF2-40B4-BE49-F238E27FC236}">
                <a16:creationId xmlns:a16="http://schemas.microsoft.com/office/drawing/2014/main" id="{44FE2A54-B663-C197-E4EE-982D871AB53D}"/>
              </a:ext>
            </a:extLst>
          </p:cNvPr>
          <p:cNvSpPr txBox="1">
            <a:spLocks/>
          </p:cNvSpPr>
          <p:nvPr/>
        </p:nvSpPr>
        <p:spPr>
          <a:xfrm>
            <a:off x="3413619" y="2434925"/>
            <a:ext cx="2316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 </a:t>
            </a:r>
            <a:endParaRPr lang="en-IN" dirty="0"/>
          </a:p>
        </p:txBody>
      </p:sp>
      <p:sp>
        <p:nvSpPr>
          <p:cNvPr id="20" name="Subtitle 18">
            <a:extLst>
              <a:ext uri="{FF2B5EF4-FFF2-40B4-BE49-F238E27FC236}">
                <a16:creationId xmlns:a16="http://schemas.microsoft.com/office/drawing/2014/main" id="{20E3D163-0DCA-EA8D-19D7-52E6816D0D46}"/>
              </a:ext>
            </a:extLst>
          </p:cNvPr>
          <p:cNvSpPr txBox="1">
            <a:spLocks/>
          </p:cNvSpPr>
          <p:nvPr/>
        </p:nvSpPr>
        <p:spPr>
          <a:xfrm>
            <a:off x="3413619" y="2734827"/>
            <a:ext cx="23169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/>
              <a:t> </a:t>
            </a:r>
            <a:endParaRPr lang="en-IN" dirty="0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A6D0C2E4-5FAD-14D7-93FE-FE0461488CDB}"/>
              </a:ext>
            </a:extLst>
          </p:cNvPr>
          <p:cNvSpPr txBox="1">
            <a:spLocks/>
          </p:cNvSpPr>
          <p:nvPr/>
        </p:nvSpPr>
        <p:spPr>
          <a:xfrm>
            <a:off x="6107075" y="2434925"/>
            <a:ext cx="2316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 </a:t>
            </a:r>
            <a:endParaRPr lang="en-IN" dirty="0"/>
          </a:p>
        </p:txBody>
      </p:sp>
      <p:sp>
        <p:nvSpPr>
          <p:cNvPr id="22" name="Subtitle 22">
            <a:extLst>
              <a:ext uri="{FF2B5EF4-FFF2-40B4-BE49-F238E27FC236}">
                <a16:creationId xmlns:a16="http://schemas.microsoft.com/office/drawing/2014/main" id="{B394C72A-9006-0AC2-834B-548757D08E7C}"/>
              </a:ext>
            </a:extLst>
          </p:cNvPr>
          <p:cNvSpPr txBox="1">
            <a:spLocks/>
          </p:cNvSpPr>
          <p:nvPr/>
        </p:nvSpPr>
        <p:spPr>
          <a:xfrm>
            <a:off x="2443447" y="2281208"/>
            <a:ext cx="23169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/>
              <a:t> </a:t>
            </a:r>
            <a:endParaRPr lang="en-IN" dirty="0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6253B91-FF8B-93C6-591A-1CAAFAA787C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683443" y="1441377"/>
            <a:ext cx="56268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Programming Language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 Java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Database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  MySQL 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IDE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 IntelliJ IDEA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 JDBC (Java Database Connectivity) for database communication.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3DCB64C-0ACB-DEBD-0D4A-649751D94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40AA8F1-0526-EF54-A845-9B1E6DC6FD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29487" y="117263"/>
            <a:ext cx="2778340" cy="529507"/>
          </a:xfrm>
          <a:prstGeom prst="rect">
            <a:avLst/>
          </a:prstGeom>
        </p:spPr>
      </p:pic>
      <p:pic>
        <p:nvPicPr>
          <p:cNvPr id="26" name="Picture 25" descr="A logo with a blue and orange design&#10;&#10;AI-generated content may be incorrect.">
            <a:extLst>
              <a:ext uri="{FF2B5EF4-FFF2-40B4-BE49-F238E27FC236}">
                <a16:creationId xmlns:a16="http://schemas.microsoft.com/office/drawing/2014/main" id="{880D3508-1446-38A3-FAF0-173D937C9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517" y="1283825"/>
            <a:ext cx="668847" cy="1226220"/>
          </a:xfrm>
          <a:prstGeom prst="rect">
            <a:avLst/>
          </a:prstGeom>
        </p:spPr>
      </p:pic>
      <p:pic>
        <p:nvPicPr>
          <p:cNvPr id="27" name="Picture 26" descr="A dolphin and text on a black background&#10;&#10;AI-generated content may be incorrect.">
            <a:extLst>
              <a:ext uri="{FF2B5EF4-FFF2-40B4-BE49-F238E27FC236}">
                <a16:creationId xmlns:a16="http://schemas.microsoft.com/office/drawing/2014/main" id="{F5EC3D9B-45DE-240F-0408-D95887385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361" y="1663157"/>
            <a:ext cx="1323474" cy="6850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DC922A-C857-A78C-F48C-AB271474EF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9606" y="2875457"/>
            <a:ext cx="1008668" cy="1070309"/>
          </a:xfrm>
          <a:prstGeom prst="rect">
            <a:avLst/>
          </a:prstGeom>
        </p:spPr>
      </p:pic>
      <p:pic>
        <p:nvPicPr>
          <p:cNvPr id="29" name="Picture 28" descr="A logo with colorful triangles&#10;&#10;AI-generated content may be incorrect.">
            <a:extLst>
              <a:ext uri="{FF2B5EF4-FFF2-40B4-BE49-F238E27FC236}">
                <a16:creationId xmlns:a16="http://schemas.microsoft.com/office/drawing/2014/main" id="{10FF8729-3FC0-8362-9665-35603B4D7E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0624" y="2863351"/>
            <a:ext cx="1002388" cy="10023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5"/>
          <p:cNvSpPr txBox="1">
            <a:spLocks noGrp="1"/>
          </p:cNvSpPr>
          <p:nvPr>
            <p:ph type="title"/>
          </p:nvPr>
        </p:nvSpPr>
        <p:spPr>
          <a:xfrm>
            <a:off x="4467392" y="1478897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05" name="Google Shape;805;p35"/>
          <p:cNvSpPr txBox="1">
            <a:spLocks noGrp="1"/>
          </p:cNvSpPr>
          <p:nvPr>
            <p:ph type="title" idx="2"/>
          </p:nvPr>
        </p:nvSpPr>
        <p:spPr>
          <a:xfrm>
            <a:off x="4467392" y="2804909"/>
            <a:ext cx="4072174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2"/>
                </a:solidFill>
              </a:rPr>
              <a:t>Funtionalities</a:t>
            </a:r>
            <a:endParaRPr sz="6000" dirty="0">
              <a:solidFill>
                <a:schemeClr val="accent2"/>
              </a:solidFill>
            </a:endParaRPr>
          </a:p>
        </p:txBody>
      </p:sp>
      <p:grpSp>
        <p:nvGrpSpPr>
          <p:cNvPr id="839" name="Google Shape;839;p35"/>
          <p:cNvGrpSpPr/>
          <p:nvPr/>
        </p:nvGrpSpPr>
        <p:grpSpPr>
          <a:xfrm>
            <a:off x="3616835" y="1211732"/>
            <a:ext cx="95400" cy="3116250"/>
            <a:chOff x="4524300" y="1013625"/>
            <a:chExt cx="95400" cy="3116250"/>
          </a:xfrm>
        </p:grpSpPr>
        <p:sp>
          <p:nvSpPr>
            <p:cNvPr id="840" name="Google Shape;840;p35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191;p48">
            <a:extLst>
              <a:ext uri="{FF2B5EF4-FFF2-40B4-BE49-F238E27FC236}">
                <a16:creationId xmlns:a16="http://schemas.microsoft.com/office/drawing/2014/main" id="{A6E6A215-7C91-0765-E364-F0DF979A4770}"/>
              </a:ext>
            </a:extLst>
          </p:cNvPr>
          <p:cNvGrpSpPr/>
          <p:nvPr/>
        </p:nvGrpSpPr>
        <p:grpSpPr>
          <a:xfrm>
            <a:off x="800925" y="1383098"/>
            <a:ext cx="2377303" cy="2377303"/>
            <a:chOff x="5612559" y="834972"/>
            <a:chExt cx="3473558" cy="3473558"/>
          </a:xfrm>
        </p:grpSpPr>
        <p:sp>
          <p:nvSpPr>
            <p:cNvPr id="3" name="Google Shape;1192;p48">
              <a:extLst>
                <a:ext uri="{FF2B5EF4-FFF2-40B4-BE49-F238E27FC236}">
                  <a16:creationId xmlns:a16="http://schemas.microsoft.com/office/drawing/2014/main" id="{2B33C1E3-2750-4E1F-8F26-28D796A75930}"/>
                </a:ext>
              </a:extLst>
            </p:cNvPr>
            <p:cNvSpPr/>
            <p:nvPr/>
          </p:nvSpPr>
          <p:spPr>
            <a:xfrm>
              <a:off x="5612559" y="3034881"/>
              <a:ext cx="2894635" cy="1273649"/>
            </a:xfrm>
            <a:custGeom>
              <a:avLst/>
              <a:gdLst/>
              <a:ahLst/>
              <a:cxnLst/>
              <a:rect l="l" t="t" r="r" b="b"/>
              <a:pathLst>
                <a:path w="163101" h="71765" extrusionOk="0">
                  <a:moveTo>
                    <a:pt x="1" y="0"/>
                  </a:moveTo>
                  <a:lnTo>
                    <a:pt x="1" y="58716"/>
                  </a:lnTo>
                  <a:cubicBezTo>
                    <a:pt x="1" y="65925"/>
                    <a:pt x="5840" y="71764"/>
                    <a:pt x="13049" y="71764"/>
                  </a:cubicBezTo>
                  <a:lnTo>
                    <a:pt x="163100" y="71764"/>
                  </a:lnTo>
                  <a:cubicBezTo>
                    <a:pt x="155891" y="71764"/>
                    <a:pt x="150052" y="65925"/>
                    <a:pt x="150052" y="58716"/>
                  </a:cubicBezTo>
                  <a:lnTo>
                    <a:pt x="150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93;p48">
              <a:extLst>
                <a:ext uri="{FF2B5EF4-FFF2-40B4-BE49-F238E27FC236}">
                  <a16:creationId xmlns:a16="http://schemas.microsoft.com/office/drawing/2014/main" id="{4A91EF8F-D9FA-255E-3BE0-3219EF8DC626}"/>
                </a:ext>
              </a:extLst>
            </p:cNvPr>
            <p:cNvSpPr/>
            <p:nvPr/>
          </p:nvSpPr>
          <p:spPr>
            <a:xfrm>
              <a:off x="5612559" y="2571742"/>
              <a:ext cx="2663066" cy="463157"/>
            </a:xfrm>
            <a:custGeom>
              <a:avLst/>
              <a:gdLst/>
              <a:ahLst/>
              <a:cxnLst/>
              <a:rect l="l" t="t" r="r" b="b"/>
              <a:pathLst>
                <a:path w="150053" h="26097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6096"/>
                  </a:lnTo>
                  <a:lnTo>
                    <a:pt x="150052" y="26096"/>
                  </a:lnTo>
                  <a:cubicBezTo>
                    <a:pt x="150052" y="18887"/>
                    <a:pt x="144213" y="13049"/>
                    <a:pt x="137004" y="13049"/>
                  </a:cubicBezTo>
                  <a:lnTo>
                    <a:pt x="52193" y="13049"/>
                  </a:lnTo>
                  <a:lnTo>
                    <a:pt x="46321" y="5220"/>
                  </a:lnTo>
                  <a:cubicBezTo>
                    <a:pt x="43842" y="1925"/>
                    <a:pt x="39993" y="1"/>
                    <a:pt x="3588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94;p48">
              <a:extLst>
                <a:ext uri="{FF2B5EF4-FFF2-40B4-BE49-F238E27FC236}">
                  <a16:creationId xmlns:a16="http://schemas.microsoft.com/office/drawing/2014/main" id="{865634CA-AE02-7C2C-2454-34E466DE6F64}"/>
                </a:ext>
              </a:extLst>
            </p:cNvPr>
            <p:cNvSpPr/>
            <p:nvPr/>
          </p:nvSpPr>
          <p:spPr>
            <a:xfrm>
              <a:off x="6075698" y="1413895"/>
              <a:ext cx="2663066" cy="2894635"/>
            </a:xfrm>
            <a:custGeom>
              <a:avLst/>
              <a:gdLst/>
              <a:ahLst/>
              <a:cxnLst/>
              <a:rect l="l" t="t" r="r" b="b"/>
              <a:pathLst>
                <a:path w="150053" h="163101" extrusionOk="0">
                  <a:moveTo>
                    <a:pt x="55455" y="1"/>
                  </a:moveTo>
                  <a:lnTo>
                    <a:pt x="48931" y="6525"/>
                  </a:lnTo>
                  <a:lnTo>
                    <a:pt x="1" y="6525"/>
                  </a:lnTo>
                  <a:lnTo>
                    <a:pt x="1" y="65241"/>
                  </a:lnTo>
                  <a:lnTo>
                    <a:pt x="9787" y="65241"/>
                  </a:lnTo>
                  <a:cubicBezTo>
                    <a:pt x="13897" y="65241"/>
                    <a:pt x="17746" y="67165"/>
                    <a:pt x="20225" y="70460"/>
                  </a:cubicBezTo>
                  <a:lnTo>
                    <a:pt x="26097" y="78289"/>
                  </a:lnTo>
                  <a:lnTo>
                    <a:pt x="110908" y="78289"/>
                  </a:lnTo>
                  <a:cubicBezTo>
                    <a:pt x="118117" y="78289"/>
                    <a:pt x="123956" y="84127"/>
                    <a:pt x="123956" y="91336"/>
                  </a:cubicBezTo>
                  <a:lnTo>
                    <a:pt x="123956" y="150052"/>
                  </a:lnTo>
                  <a:cubicBezTo>
                    <a:pt x="123956" y="157261"/>
                    <a:pt x="129795" y="163100"/>
                    <a:pt x="137004" y="163100"/>
                  </a:cubicBezTo>
                  <a:cubicBezTo>
                    <a:pt x="140592" y="163100"/>
                    <a:pt x="143854" y="161632"/>
                    <a:pt x="146236" y="159284"/>
                  </a:cubicBezTo>
                  <a:cubicBezTo>
                    <a:pt x="148584" y="156902"/>
                    <a:pt x="150052" y="153640"/>
                    <a:pt x="150052" y="150052"/>
                  </a:cubicBezTo>
                  <a:lnTo>
                    <a:pt x="150052" y="40417"/>
                  </a:lnTo>
                  <a:lnTo>
                    <a:pt x="143463" y="36437"/>
                  </a:lnTo>
                  <a:cubicBezTo>
                    <a:pt x="143137" y="36600"/>
                    <a:pt x="142811" y="36698"/>
                    <a:pt x="142484" y="36829"/>
                  </a:cubicBezTo>
                  <a:lnTo>
                    <a:pt x="140266" y="45669"/>
                  </a:lnTo>
                  <a:lnTo>
                    <a:pt x="120694" y="45669"/>
                  </a:lnTo>
                  <a:lnTo>
                    <a:pt x="118476" y="36829"/>
                  </a:lnTo>
                  <a:cubicBezTo>
                    <a:pt x="118150" y="36698"/>
                    <a:pt x="117824" y="36600"/>
                    <a:pt x="117498" y="36437"/>
                  </a:cubicBezTo>
                  <a:lnTo>
                    <a:pt x="109734" y="41134"/>
                  </a:lnTo>
                  <a:lnTo>
                    <a:pt x="95871" y="27271"/>
                  </a:lnTo>
                  <a:lnTo>
                    <a:pt x="100568" y="19508"/>
                  </a:lnTo>
                  <a:cubicBezTo>
                    <a:pt x="100405" y="19181"/>
                    <a:pt x="100307" y="18855"/>
                    <a:pt x="100176" y="18529"/>
                  </a:cubicBezTo>
                  <a:lnTo>
                    <a:pt x="91336" y="16311"/>
                  </a:lnTo>
                  <a:lnTo>
                    <a:pt x="91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95;p48">
              <a:extLst>
                <a:ext uri="{FF2B5EF4-FFF2-40B4-BE49-F238E27FC236}">
                  <a16:creationId xmlns:a16="http://schemas.microsoft.com/office/drawing/2014/main" id="{887F7DCC-0B5C-4425-FF1B-5EBDDE7BF10B}"/>
                </a:ext>
              </a:extLst>
            </p:cNvPr>
            <p:cNvSpPr/>
            <p:nvPr/>
          </p:nvSpPr>
          <p:spPr>
            <a:xfrm>
              <a:off x="6075698" y="1066541"/>
              <a:ext cx="1796420" cy="463157"/>
            </a:xfrm>
            <a:custGeom>
              <a:avLst/>
              <a:gdLst/>
              <a:ahLst/>
              <a:cxnLst/>
              <a:rect l="l" t="t" r="r" b="b"/>
              <a:pathLst>
                <a:path w="101221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48931" y="26097"/>
                  </a:lnTo>
                  <a:lnTo>
                    <a:pt x="55455" y="19573"/>
                  </a:lnTo>
                  <a:lnTo>
                    <a:pt x="91336" y="19573"/>
                  </a:lnTo>
                  <a:lnTo>
                    <a:pt x="91336" y="16311"/>
                  </a:lnTo>
                  <a:lnTo>
                    <a:pt x="100176" y="14093"/>
                  </a:lnTo>
                  <a:cubicBezTo>
                    <a:pt x="100307" y="13767"/>
                    <a:pt x="100405" y="13440"/>
                    <a:pt x="100568" y="13114"/>
                  </a:cubicBezTo>
                  <a:lnTo>
                    <a:pt x="95871" y="5351"/>
                  </a:lnTo>
                  <a:lnTo>
                    <a:pt x="101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96;p48">
              <a:extLst>
                <a:ext uri="{FF2B5EF4-FFF2-40B4-BE49-F238E27FC236}">
                  <a16:creationId xmlns:a16="http://schemas.microsoft.com/office/drawing/2014/main" id="{78EB5E04-C3CE-353E-C240-6616BB87B0A8}"/>
                </a:ext>
              </a:extLst>
            </p:cNvPr>
            <p:cNvSpPr/>
            <p:nvPr/>
          </p:nvSpPr>
          <p:spPr>
            <a:xfrm>
              <a:off x="8044038" y="1182326"/>
              <a:ext cx="694726" cy="694726"/>
            </a:xfrm>
            <a:custGeom>
              <a:avLst/>
              <a:gdLst/>
              <a:ahLst/>
              <a:cxnLst/>
              <a:rect l="l" t="t" r="r" b="b"/>
              <a:pathLst>
                <a:path w="39145" h="39145" extrusionOk="0">
                  <a:moveTo>
                    <a:pt x="19572" y="13049"/>
                  </a:moveTo>
                  <a:cubicBezTo>
                    <a:pt x="23161" y="13049"/>
                    <a:pt x="26096" y="15985"/>
                    <a:pt x="26096" y="19573"/>
                  </a:cubicBezTo>
                  <a:cubicBezTo>
                    <a:pt x="26096" y="23161"/>
                    <a:pt x="23161" y="26097"/>
                    <a:pt x="19572" y="26097"/>
                  </a:cubicBezTo>
                  <a:cubicBezTo>
                    <a:pt x="15984" y="26097"/>
                    <a:pt x="13048" y="23161"/>
                    <a:pt x="13048" y="19573"/>
                  </a:cubicBezTo>
                  <a:cubicBezTo>
                    <a:pt x="13048" y="15985"/>
                    <a:pt x="15984" y="13049"/>
                    <a:pt x="19572" y="13049"/>
                  </a:cubicBezTo>
                  <a:close/>
                  <a:moveTo>
                    <a:pt x="19572" y="1"/>
                  </a:moveTo>
                  <a:cubicBezTo>
                    <a:pt x="8775" y="1"/>
                    <a:pt x="0" y="8776"/>
                    <a:pt x="0" y="19573"/>
                  </a:cubicBezTo>
                  <a:cubicBezTo>
                    <a:pt x="0" y="30370"/>
                    <a:pt x="8775" y="39145"/>
                    <a:pt x="19572" y="39145"/>
                  </a:cubicBezTo>
                  <a:cubicBezTo>
                    <a:pt x="30369" y="39145"/>
                    <a:pt x="39144" y="30370"/>
                    <a:pt x="39144" y="19573"/>
                  </a:cubicBezTo>
                  <a:cubicBezTo>
                    <a:pt x="39144" y="8776"/>
                    <a:pt x="30369" y="1"/>
                    <a:pt x="19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97;p48">
              <a:extLst>
                <a:ext uri="{FF2B5EF4-FFF2-40B4-BE49-F238E27FC236}">
                  <a16:creationId xmlns:a16="http://schemas.microsoft.com/office/drawing/2014/main" id="{733EC8C4-984F-0F7F-F459-9BC2234E3007}"/>
                </a:ext>
              </a:extLst>
            </p:cNvPr>
            <p:cNvSpPr/>
            <p:nvPr/>
          </p:nvSpPr>
          <p:spPr>
            <a:xfrm>
              <a:off x="7696684" y="834972"/>
              <a:ext cx="1389434" cy="1389434"/>
            </a:xfrm>
            <a:custGeom>
              <a:avLst/>
              <a:gdLst/>
              <a:ahLst/>
              <a:cxnLst/>
              <a:rect l="l" t="t" r="r" b="b"/>
              <a:pathLst>
                <a:path w="78289" h="78289" extrusionOk="0">
                  <a:moveTo>
                    <a:pt x="39144" y="19573"/>
                  </a:moveTo>
                  <a:cubicBezTo>
                    <a:pt x="49941" y="19573"/>
                    <a:pt x="58716" y="28348"/>
                    <a:pt x="58716" y="39145"/>
                  </a:cubicBezTo>
                  <a:cubicBezTo>
                    <a:pt x="58716" y="49942"/>
                    <a:pt x="49941" y="58717"/>
                    <a:pt x="39144" y="58717"/>
                  </a:cubicBezTo>
                  <a:cubicBezTo>
                    <a:pt x="28347" y="58717"/>
                    <a:pt x="19572" y="49942"/>
                    <a:pt x="19572" y="39145"/>
                  </a:cubicBezTo>
                  <a:cubicBezTo>
                    <a:pt x="19572" y="28348"/>
                    <a:pt x="28347" y="19573"/>
                    <a:pt x="39144" y="19573"/>
                  </a:cubicBezTo>
                  <a:close/>
                  <a:moveTo>
                    <a:pt x="29358" y="1"/>
                  </a:moveTo>
                  <a:lnTo>
                    <a:pt x="27140" y="8841"/>
                  </a:lnTo>
                  <a:cubicBezTo>
                    <a:pt x="26814" y="8971"/>
                    <a:pt x="26488" y="9069"/>
                    <a:pt x="26162" y="9232"/>
                  </a:cubicBezTo>
                  <a:lnTo>
                    <a:pt x="18398" y="4535"/>
                  </a:lnTo>
                  <a:lnTo>
                    <a:pt x="9884" y="13049"/>
                  </a:lnTo>
                  <a:lnTo>
                    <a:pt x="4535" y="18399"/>
                  </a:lnTo>
                  <a:lnTo>
                    <a:pt x="9232" y="26162"/>
                  </a:lnTo>
                  <a:cubicBezTo>
                    <a:pt x="9069" y="26488"/>
                    <a:pt x="8971" y="26815"/>
                    <a:pt x="8840" y="27141"/>
                  </a:cubicBezTo>
                  <a:lnTo>
                    <a:pt x="0" y="29359"/>
                  </a:lnTo>
                  <a:lnTo>
                    <a:pt x="0" y="32621"/>
                  </a:lnTo>
                  <a:lnTo>
                    <a:pt x="0" y="48931"/>
                  </a:lnTo>
                  <a:lnTo>
                    <a:pt x="8840" y="51149"/>
                  </a:lnTo>
                  <a:cubicBezTo>
                    <a:pt x="8971" y="51475"/>
                    <a:pt x="9069" y="51801"/>
                    <a:pt x="9232" y="52128"/>
                  </a:cubicBezTo>
                  <a:lnTo>
                    <a:pt x="4535" y="59891"/>
                  </a:lnTo>
                  <a:lnTo>
                    <a:pt x="18398" y="73754"/>
                  </a:lnTo>
                  <a:lnTo>
                    <a:pt x="26162" y="69057"/>
                  </a:lnTo>
                  <a:cubicBezTo>
                    <a:pt x="26488" y="69220"/>
                    <a:pt x="26814" y="69318"/>
                    <a:pt x="27140" y="69449"/>
                  </a:cubicBezTo>
                  <a:lnTo>
                    <a:pt x="29358" y="78289"/>
                  </a:lnTo>
                  <a:lnTo>
                    <a:pt x="48930" y="78289"/>
                  </a:lnTo>
                  <a:lnTo>
                    <a:pt x="51148" y="69449"/>
                  </a:lnTo>
                  <a:cubicBezTo>
                    <a:pt x="51475" y="69318"/>
                    <a:pt x="51801" y="69220"/>
                    <a:pt x="52127" y="69057"/>
                  </a:cubicBezTo>
                  <a:lnTo>
                    <a:pt x="58716" y="73037"/>
                  </a:lnTo>
                  <a:lnTo>
                    <a:pt x="59891" y="73754"/>
                  </a:lnTo>
                  <a:lnTo>
                    <a:pt x="73754" y="59891"/>
                  </a:lnTo>
                  <a:lnTo>
                    <a:pt x="69057" y="52128"/>
                  </a:lnTo>
                  <a:cubicBezTo>
                    <a:pt x="69220" y="51801"/>
                    <a:pt x="69318" y="51475"/>
                    <a:pt x="69448" y="51149"/>
                  </a:cubicBezTo>
                  <a:lnTo>
                    <a:pt x="78288" y="48931"/>
                  </a:lnTo>
                  <a:lnTo>
                    <a:pt x="78288" y="29359"/>
                  </a:lnTo>
                  <a:lnTo>
                    <a:pt x="69448" y="27141"/>
                  </a:lnTo>
                  <a:cubicBezTo>
                    <a:pt x="69318" y="26815"/>
                    <a:pt x="69220" y="26488"/>
                    <a:pt x="69057" y="26162"/>
                  </a:cubicBezTo>
                  <a:lnTo>
                    <a:pt x="73754" y="18399"/>
                  </a:lnTo>
                  <a:lnTo>
                    <a:pt x="59891" y="4535"/>
                  </a:lnTo>
                  <a:lnTo>
                    <a:pt x="52127" y="9232"/>
                  </a:lnTo>
                  <a:cubicBezTo>
                    <a:pt x="51801" y="9069"/>
                    <a:pt x="51475" y="8971"/>
                    <a:pt x="51148" y="8841"/>
                  </a:cubicBezTo>
                  <a:lnTo>
                    <a:pt x="489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8;p48">
              <a:extLst>
                <a:ext uri="{FF2B5EF4-FFF2-40B4-BE49-F238E27FC236}">
                  <a16:creationId xmlns:a16="http://schemas.microsoft.com/office/drawing/2014/main" id="{FD980DE1-E440-BED7-83EC-F358D036DD6E}"/>
                </a:ext>
              </a:extLst>
            </p:cNvPr>
            <p:cNvSpPr/>
            <p:nvPr/>
          </p:nvSpPr>
          <p:spPr>
            <a:xfrm>
              <a:off x="624937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9;p48">
              <a:extLst>
                <a:ext uri="{FF2B5EF4-FFF2-40B4-BE49-F238E27FC236}">
                  <a16:creationId xmlns:a16="http://schemas.microsoft.com/office/drawing/2014/main" id="{3C733719-F8C5-AADA-B665-41A4FCE4092C}"/>
                </a:ext>
              </a:extLst>
            </p:cNvPr>
            <p:cNvSpPr/>
            <p:nvPr/>
          </p:nvSpPr>
          <p:spPr>
            <a:xfrm>
              <a:off x="6712514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00;p48">
              <a:extLst>
                <a:ext uri="{FF2B5EF4-FFF2-40B4-BE49-F238E27FC236}">
                  <a16:creationId xmlns:a16="http://schemas.microsoft.com/office/drawing/2014/main" id="{4A298246-74DC-6F23-A823-9C54949ABE0E}"/>
                </a:ext>
              </a:extLst>
            </p:cNvPr>
            <p:cNvSpPr/>
            <p:nvPr/>
          </p:nvSpPr>
          <p:spPr>
            <a:xfrm>
              <a:off x="648094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1;p48">
              <a:extLst>
                <a:ext uri="{FF2B5EF4-FFF2-40B4-BE49-F238E27FC236}">
                  <a16:creationId xmlns:a16="http://schemas.microsoft.com/office/drawing/2014/main" id="{71EB6DF4-D255-C16D-3618-1DA8B2EC9649}"/>
                </a:ext>
              </a:extLst>
            </p:cNvPr>
            <p:cNvSpPr/>
            <p:nvPr/>
          </p:nvSpPr>
          <p:spPr>
            <a:xfrm>
              <a:off x="7986146" y="1124433"/>
              <a:ext cx="810511" cy="810511"/>
            </a:xfrm>
            <a:custGeom>
              <a:avLst/>
              <a:gdLst/>
              <a:ahLst/>
              <a:cxnLst/>
              <a:rect l="l" t="t" r="r" b="b"/>
              <a:pathLst>
                <a:path w="45669" h="45669" extrusionOk="0">
                  <a:moveTo>
                    <a:pt x="22834" y="6525"/>
                  </a:moveTo>
                  <a:cubicBezTo>
                    <a:pt x="31837" y="6525"/>
                    <a:pt x="39144" y="13832"/>
                    <a:pt x="39144" y="22835"/>
                  </a:cubicBezTo>
                  <a:cubicBezTo>
                    <a:pt x="39144" y="31838"/>
                    <a:pt x="31837" y="39145"/>
                    <a:pt x="22834" y="39145"/>
                  </a:cubicBezTo>
                  <a:cubicBezTo>
                    <a:pt x="13831" y="39145"/>
                    <a:pt x="6524" y="31838"/>
                    <a:pt x="6524" y="22835"/>
                  </a:cubicBezTo>
                  <a:cubicBezTo>
                    <a:pt x="6524" y="13832"/>
                    <a:pt x="13831" y="6525"/>
                    <a:pt x="22834" y="6525"/>
                  </a:cubicBezTo>
                  <a:close/>
                  <a:moveTo>
                    <a:pt x="22834" y="1"/>
                  </a:moveTo>
                  <a:cubicBezTo>
                    <a:pt x="10243" y="1"/>
                    <a:pt x="0" y="10244"/>
                    <a:pt x="0" y="22835"/>
                  </a:cubicBezTo>
                  <a:cubicBezTo>
                    <a:pt x="0" y="35426"/>
                    <a:pt x="10243" y="45669"/>
                    <a:pt x="22834" y="45669"/>
                  </a:cubicBezTo>
                  <a:cubicBezTo>
                    <a:pt x="35426" y="45669"/>
                    <a:pt x="45668" y="35426"/>
                    <a:pt x="45668" y="22835"/>
                  </a:cubicBezTo>
                  <a:cubicBezTo>
                    <a:pt x="45668" y="10244"/>
                    <a:pt x="35426" y="1"/>
                    <a:pt x="22834" y="1"/>
                  </a:cubicBezTo>
                  <a:close/>
                </a:path>
              </a:pathLst>
            </a:custGeom>
            <a:solidFill>
              <a:srgbClr val="26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02;p48">
              <a:extLst>
                <a:ext uri="{FF2B5EF4-FFF2-40B4-BE49-F238E27FC236}">
                  <a16:creationId xmlns:a16="http://schemas.microsoft.com/office/drawing/2014/main" id="{84E1F16E-964B-279C-7776-F661EE817B5D}"/>
                </a:ext>
              </a:extLst>
            </p:cNvPr>
            <p:cNvSpPr/>
            <p:nvPr/>
          </p:nvSpPr>
          <p:spPr>
            <a:xfrm>
              <a:off x="6249375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03;p48">
              <a:extLst>
                <a:ext uri="{FF2B5EF4-FFF2-40B4-BE49-F238E27FC236}">
                  <a16:creationId xmlns:a16="http://schemas.microsoft.com/office/drawing/2014/main" id="{8825B6A8-81BD-FCAE-6378-6D146B2D87C0}"/>
                </a:ext>
              </a:extLst>
            </p:cNvPr>
            <p:cNvSpPr/>
            <p:nvPr/>
          </p:nvSpPr>
          <p:spPr>
            <a:xfrm>
              <a:off x="6017806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04;p48">
              <a:extLst>
                <a:ext uri="{FF2B5EF4-FFF2-40B4-BE49-F238E27FC236}">
                  <a16:creationId xmlns:a16="http://schemas.microsoft.com/office/drawing/2014/main" id="{3FEA9AC6-19F1-52B4-1575-785049D93DB5}"/>
                </a:ext>
              </a:extLst>
            </p:cNvPr>
            <p:cNvSpPr/>
            <p:nvPr/>
          </p:nvSpPr>
          <p:spPr>
            <a:xfrm>
              <a:off x="5786237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05;p48">
              <a:extLst>
                <a:ext uri="{FF2B5EF4-FFF2-40B4-BE49-F238E27FC236}">
                  <a16:creationId xmlns:a16="http://schemas.microsoft.com/office/drawing/2014/main" id="{9A0447F2-0895-593C-48E4-81E07CD22527}"/>
                </a:ext>
              </a:extLst>
            </p:cNvPr>
            <p:cNvSpPr/>
            <p:nvPr/>
          </p:nvSpPr>
          <p:spPr>
            <a:xfrm>
              <a:off x="6210597" y="1714946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16539" y="0"/>
                  </a:moveTo>
                  <a:lnTo>
                    <a:pt x="0" y="12396"/>
                  </a:lnTo>
                  <a:lnTo>
                    <a:pt x="16539" y="24791"/>
                  </a:lnTo>
                  <a:lnTo>
                    <a:pt x="20453" y="19572"/>
                  </a:lnTo>
                  <a:lnTo>
                    <a:pt x="10895" y="12396"/>
                  </a:lnTo>
                  <a:lnTo>
                    <a:pt x="20453" y="521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06;p48">
              <a:extLst>
                <a:ext uri="{FF2B5EF4-FFF2-40B4-BE49-F238E27FC236}">
                  <a16:creationId xmlns:a16="http://schemas.microsoft.com/office/drawing/2014/main" id="{8337224A-B708-113B-48CE-BD82266FDD08}"/>
                </a:ext>
              </a:extLst>
            </p:cNvPr>
            <p:cNvSpPr/>
            <p:nvPr/>
          </p:nvSpPr>
          <p:spPr>
            <a:xfrm>
              <a:off x="7719844" y="2178085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3915" y="0"/>
                  </a:moveTo>
                  <a:lnTo>
                    <a:pt x="0" y="5219"/>
                  </a:lnTo>
                  <a:lnTo>
                    <a:pt x="9558" y="12396"/>
                  </a:lnTo>
                  <a:lnTo>
                    <a:pt x="0" y="19572"/>
                  </a:lnTo>
                  <a:lnTo>
                    <a:pt x="3915" y="24791"/>
                  </a:lnTo>
                  <a:lnTo>
                    <a:pt x="20453" y="12396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07;p48">
              <a:extLst>
                <a:ext uri="{FF2B5EF4-FFF2-40B4-BE49-F238E27FC236}">
                  <a16:creationId xmlns:a16="http://schemas.microsoft.com/office/drawing/2014/main" id="{307FE9A5-D21A-E5CC-8012-460A8A76D483}"/>
                </a:ext>
              </a:extLst>
            </p:cNvPr>
            <p:cNvSpPr/>
            <p:nvPr/>
          </p:nvSpPr>
          <p:spPr>
            <a:xfrm>
              <a:off x="6712514" y="1703357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08;p48">
              <a:extLst>
                <a:ext uri="{FF2B5EF4-FFF2-40B4-BE49-F238E27FC236}">
                  <a16:creationId xmlns:a16="http://schemas.microsoft.com/office/drawing/2014/main" id="{57956D60-B0EF-9B3E-6ECC-58EA71D73C65}"/>
                </a:ext>
              </a:extLst>
            </p:cNvPr>
            <p:cNvSpPr/>
            <p:nvPr/>
          </p:nvSpPr>
          <p:spPr>
            <a:xfrm>
              <a:off x="6712514" y="193492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9;p48">
              <a:extLst>
                <a:ext uri="{FF2B5EF4-FFF2-40B4-BE49-F238E27FC236}">
                  <a16:creationId xmlns:a16="http://schemas.microsoft.com/office/drawing/2014/main" id="{1D444B2E-E81A-098D-E827-60D5F55038DA}"/>
                </a:ext>
              </a:extLst>
            </p:cNvPr>
            <p:cNvSpPr/>
            <p:nvPr/>
          </p:nvSpPr>
          <p:spPr>
            <a:xfrm>
              <a:off x="6712514" y="216649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10;p48">
              <a:extLst>
                <a:ext uri="{FF2B5EF4-FFF2-40B4-BE49-F238E27FC236}">
                  <a16:creationId xmlns:a16="http://schemas.microsoft.com/office/drawing/2014/main" id="{A3612643-D7DF-0CF9-5822-CEF7A742C212}"/>
                </a:ext>
              </a:extLst>
            </p:cNvPr>
            <p:cNvSpPr/>
            <p:nvPr/>
          </p:nvSpPr>
          <p:spPr>
            <a:xfrm>
              <a:off x="6712514" y="2398065"/>
              <a:ext cx="578941" cy="115802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1" y="6525"/>
                  </a:lnTo>
                  <a:lnTo>
                    <a:pt x="32621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11;p48">
              <a:extLst>
                <a:ext uri="{FF2B5EF4-FFF2-40B4-BE49-F238E27FC236}">
                  <a16:creationId xmlns:a16="http://schemas.microsoft.com/office/drawing/2014/main" id="{1F99762B-BC9A-E14B-2F81-805B44618CE6}"/>
                </a:ext>
              </a:extLst>
            </p:cNvPr>
            <p:cNvSpPr/>
            <p:nvPr/>
          </p:nvSpPr>
          <p:spPr>
            <a:xfrm>
              <a:off x="7407222" y="2398065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12;p48">
              <a:extLst>
                <a:ext uri="{FF2B5EF4-FFF2-40B4-BE49-F238E27FC236}">
                  <a16:creationId xmlns:a16="http://schemas.microsoft.com/office/drawing/2014/main" id="{06B1CC4E-345F-B523-43E6-CD9F462970F7}"/>
                </a:ext>
              </a:extLst>
            </p:cNvPr>
            <p:cNvSpPr/>
            <p:nvPr/>
          </p:nvSpPr>
          <p:spPr>
            <a:xfrm>
              <a:off x="7138596" y="3337653"/>
              <a:ext cx="474746" cy="668087"/>
            </a:xfrm>
            <a:custGeom>
              <a:avLst/>
              <a:gdLst/>
              <a:ahLst/>
              <a:cxnLst/>
              <a:rect l="l" t="t" r="r" b="b"/>
              <a:pathLst>
                <a:path w="26750" h="37644" extrusionOk="0">
                  <a:moveTo>
                    <a:pt x="4176" y="1"/>
                  </a:moveTo>
                  <a:lnTo>
                    <a:pt x="1" y="5024"/>
                  </a:lnTo>
                  <a:lnTo>
                    <a:pt x="16572" y="18822"/>
                  </a:lnTo>
                  <a:lnTo>
                    <a:pt x="1" y="32621"/>
                  </a:lnTo>
                  <a:lnTo>
                    <a:pt x="4176" y="37644"/>
                  </a:lnTo>
                  <a:lnTo>
                    <a:pt x="26749" y="18822"/>
                  </a:lnTo>
                  <a:lnTo>
                    <a:pt x="417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13;p48">
              <a:extLst>
                <a:ext uri="{FF2B5EF4-FFF2-40B4-BE49-F238E27FC236}">
                  <a16:creationId xmlns:a16="http://schemas.microsoft.com/office/drawing/2014/main" id="{F170F29A-2E1E-FCD6-9C21-C22156AAB926}"/>
                </a:ext>
              </a:extLst>
            </p:cNvPr>
            <p:cNvSpPr/>
            <p:nvPr/>
          </p:nvSpPr>
          <p:spPr>
            <a:xfrm>
              <a:off x="6274861" y="3337653"/>
              <a:ext cx="474728" cy="668087"/>
            </a:xfrm>
            <a:custGeom>
              <a:avLst/>
              <a:gdLst/>
              <a:ahLst/>
              <a:cxnLst/>
              <a:rect l="l" t="t" r="r" b="b"/>
              <a:pathLst>
                <a:path w="26749" h="37644" extrusionOk="0">
                  <a:moveTo>
                    <a:pt x="22573" y="1"/>
                  </a:moveTo>
                  <a:lnTo>
                    <a:pt x="0" y="18822"/>
                  </a:lnTo>
                  <a:lnTo>
                    <a:pt x="22573" y="37644"/>
                  </a:lnTo>
                  <a:lnTo>
                    <a:pt x="26748" y="32621"/>
                  </a:lnTo>
                  <a:lnTo>
                    <a:pt x="10177" y="18822"/>
                  </a:lnTo>
                  <a:lnTo>
                    <a:pt x="26748" y="5024"/>
                  </a:lnTo>
                  <a:lnTo>
                    <a:pt x="22573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14;p48">
              <a:extLst>
                <a:ext uri="{FF2B5EF4-FFF2-40B4-BE49-F238E27FC236}">
                  <a16:creationId xmlns:a16="http://schemas.microsoft.com/office/drawing/2014/main" id="{27973EC2-A03B-25D5-CB20-2BC82CFD07B0}"/>
                </a:ext>
              </a:extLst>
            </p:cNvPr>
            <p:cNvSpPr/>
            <p:nvPr/>
          </p:nvSpPr>
          <p:spPr>
            <a:xfrm>
              <a:off x="6771560" y="3194662"/>
              <a:ext cx="343325" cy="954088"/>
            </a:xfrm>
            <a:custGeom>
              <a:avLst/>
              <a:gdLst/>
              <a:ahLst/>
              <a:cxnLst/>
              <a:rect l="l" t="t" r="r" b="b"/>
              <a:pathLst>
                <a:path w="19345" h="53759" extrusionOk="0">
                  <a:moveTo>
                    <a:pt x="13016" y="1"/>
                  </a:moveTo>
                  <a:lnTo>
                    <a:pt x="1" y="52160"/>
                  </a:lnTo>
                  <a:lnTo>
                    <a:pt x="6329" y="53758"/>
                  </a:lnTo>
                  <a:lnTo>
                    <a:pt x="19345" y="1566"/>
                  </a:lnTo>
                  <a:lnTo>
                    <a:pt x="1301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15;p48">
              <a:extLst>
                <a:ext uri="{FF2B5EF4-FFF2-40B4-BE49-F238E27FC236}">
                  <a16:creationId xmlns:a16="http://schemas.microsoft.com/office/drawing/2014/main" id="{ABF078B5-F97F-60C6-E74C-CDCE1C007A48}"/>
                </a:ext>
              </a:extLst>
            </p:cNvPr>
            <p:cNvSpPr/>
            <p:nvPr/>
          </p:nvSpPr>
          <p:spPr>
            <a:xfrm>
              <a:off x="5786237" y="367169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16;p48">
              <a:extLst>
                <a:ext uri="{FF2B5EF4-FFF2-40B4-BE49-F238E27FC236}">
                  <a16:creationId xmlns:a16="http://schemas.microsoft.com/office/drawing/2014/main" id="{2892E7C6-889F-1454-6864-B324696CE7C8}"/>
                </a:ext>
              </a:extLst>
            </p:cNvPr>
            <p:cNvSpPr/>
            <p:nvPr/>
          </p:nvSpPr>
          <p:spPr>
            <a:xfrm>
              <a:off x="5786237" y="320855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17;p48">
              <a:extLst>
                <a:ext uri="{FF2B5EF4-FFF2-40B4-BE49-F238E27FC236}">
                  <a16:creationId xmlns:a16="http://schemas.microsoft.com/office/drawing/2014/main" id="{8923A343-F74A-B026-A829-A8C4F326ACA8}"/>
                </a:ext>
              </a:extLst>
            </p:cNvPr>
            <p:cNvSpPr/>
            <p:nvPr/>
          </p:nvSpPr>
          <p:spPr>
            <a:xfrm>
              <a:off x="5786237" y="344012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18;p48">
              <a:extLst>
                <a:ext uri="{FF2B5EF4-FFF2-40B4-BE49-F238E27FC236}">
                  <a16:creationId xmlns:a16="http://schemas.microsoft.com/office/drawing/2014/main" id="{7850DDEB-3403-86DE-1AB7-9DC539A48810}"/>
                </a:ext>
              </a:extLst>
            </p:cNvPr>
            <p:cNvSpPr/>
            <p:nvPr/>
          </p:nvSpPr>
          <p:spPr>
            <a:xfrm>
              <a:off x="7986146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19;p48">
              <a:extLst>
                <a:ext uri="{FF2B5EF4-FFF2-40B4-BE49-F238E27FC236}">
                  <a16:creationId xmlns:a16="http://schemas.microsoft.com/office/drawing/2014/main" id="{8F31B7F9-8A0E-1124-8E94-BF1B033C2AB8}"/>
                </a:ext>
              </a:extLst>
            </p:cNvPr>
            <p:cNvSpPr/>
            <p:nvPr/>
          </p:nvSpPr>
          <p:spPr>
            <a:xfrm>
              <a:off x="7986146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20;p48">
              <a:extLst>
                <a:ext uri="{FF2B5EF4-FFF2-40B4-BE49-F238E27FC236}">
                  <a16:creationId xmlns:a16="http://schemas.microsoft.com/office/drawing/2014/main" id="{9EE483AB-1E26-9E14-FB8C-D886705265C3}"/>
                </a:ext>
              </a:extLst>
            </p:cNvPr>
            <p:cNvSpPr/>
            <p:nvPr/>
          </p:nvSpPr>
          <p:spPr>
            <a:xfrm>
              <a:off x="7986146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21;p48">
              <a:extLst>
                <a:ext uri="{FF2B5EF4-FFF2-40B4-BE49-F238E27FC236}">
                  <a16:creationId xmlns:a16="http://schemas.microsoft.com/office/drawing/2014/main" id="{BDEAD6FF-9531-9C39-6C33-5EC7285ACC7A}"/>
                </a:ext>
              </a:extLst>
            </p:cNvPr>
            <p:cNvSpPr/>
            <p:nvPr/>
          </p:nvSpPr>
          <p:spPr>
            <a:xfrm>
              <a:off x="8449284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22;p48">
              <a:extLst>
                <a:ext uri="{FF2B5EF4-FFF2-40B4-BE49-F238E27FC236}">
                  <a16:creationId xmlns:a16="http://schemas.microsoft.com/office/drawing/2014/main" id="{5DC30992-E145-BD49-D72F-A131ED2963B6}"/>
                </a:ext>
              </a:extLst>
            </p:cNvPr>
            <p:cNvSpPr/>
            <p:nvPr/>
          </p:nvSpPr>
          <p:spPr>
            <a:xfrm>
              <a:off x="8449284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23;p48">
              <a:extLst>
                <a:ext uri="{FF2B5EF4-FFF2-40B4-BE49-F238E27FC236}">
                  <a16:creationId xmlns:a16="http://schemas.microsoft.com/office/drawing/2014/main" id="{C644CABF-BB07-2182-F171-76D2FDB347BD}"/>
                </a:ext>
              </a:extLst>
            </p:cNvPr>
            <p:cNvSpPr/>
            <p:nvPr/>
          </p:nvSpPr>
          <p:spPr>
            <a:xfrm>
              <a:off x="8449284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655D23DE-D28C-9963-9F8D-3A1CFE767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14EC21E-DD63-942F-5403-C543D0D2CD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29487" y="117263"/>
            <a:ext cx="2778340" cy="5295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3BCC6B4F-B5CD-AD47-CB93-46CAD580A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9;p41">
            <a:extLst>
              <a:ext uri="{FF2B5EF4-FFF2-40B4-BE49-F238E27FC236}">
                <a16:creationId xmlns:a16="http://schemas.microsoft.com/office/drawing/2014/main" id="{D4C434C0-4FF4-CF7D-78B8-6A86686DE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9048" y="174261"/>
            <a:ext cx="2522208" cy="8712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Functionalities</a:t>
            </a:r>
            <a:endParaRPr sz="2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D087D3-27A1-3330-56B4-373B68682A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44985" y="106388"/>
            <a:ext cx="2778340" cy="52950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1175C5-C2A2-8382-ED88-72833F41F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8" y="1175870"/>
            <a:ext cx="7668243" cy="3607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Scoring 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command-line interface for ball-by-ball scoring of a cricket match.</a:t>
            </a:r>
          </a:p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</a:t>
            </a:r>
            <a:r>
              <a:rPr kumimoji="0" lang="en-US" alt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computes total runs, wickets, overs, net run rate,             and other relevant match data.</a:t>
            </a:r>
          </a:p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 : Tracking: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Records and persistently stores a wide range of career     statistics for each 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batting average, strike rate, wickets taken, economy rate, and fielding records.</a:t>
            </a:r>
          </a:p>
          <a:p>
            <a:pPr marL="285750" lvl="8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Integration 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match and player data is saved to a MySQL database using JDBC, ensuring data integrity and persistence.</a:t>
            </a:r>
          </a:p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Toss and Match Management 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the initial match setup, including the toss and determination of batting/bowling order.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73117-3F4A-8BF0-7E26-0C3BEC38D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grpSp>
        <p:nvGrpSpPr>
          <p:cNvPr id="6" name="Google Shape;1368;p54">
            <a:extLst>
              <a:ext uri="{FF2B5EF4-FFF2-40B4-BE49-F238E27FC236}">
                <a16:creationId xmlns:a16="http://schemas.microsoft.com/office/drawing/2014/main" id="{91BA44B5-587B-D062-4B30-C275639FD1A5}"/>
              </a:ext>
            </a:extLst>
          </p:cNvPr>
          <p:cNvGrpSpPr/>
          <p:nvPr/>
        </p:nvGrpSpPr>
        <p:grpSpPr>
          <a:xfrm rot="5400000">
            <a:off x="3689795" y="-576676"/>
            <a:ext cx="100715" cy="3146158"/>
            <a:chOff x="4524300" y="1013625"/>
            <a:chExt cx="95400" cy="3116250"/>
          </a:xfrm>
        </p:grpSpPr>
        <p:sp>
          <p:nvSpPr>
            <p:cNvPr id="7" name="Google Shape;1369;p54">
              <a:extLst>
                <a:ext uri="{FF2B5EF4-FFF2-40B4-BE49-F238E27FC236}">
                  <a16:creationId xmlns:a16="http://schemas.microsoft.com/office/drawing/2014/main" id="{BAFF118B-0A15-6E5B-C5A3-6557EB3F07B5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0;p54">
              <a:extLst>
                <a:ext uri="{FF2B5EF4-FFF2-40B4-BE49-F238E27FC236}">
                  <a16:creationId xmlns:a16="http://schemas.microsoft.com/office/drawing/2014/main" id="{897829DA-214F-E402-EEC8-FF54291AB6D0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1;p54">
              <a:extLst>
                <a:ext uri="{FF2B5EF4-FFF2-40B4-BE49-F238E27FC236}">
                  <a16:creationId xmlns:a16="http://schemas.microsoft.com/office/drawing/2014/main" id="{E9FFEBBD-D838-48D4-D679-8BFA090C0694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2;p54">
              <a:extLst>
                <a:ext uri="{FF2B5EF4-FFF2-40B4-BE49-F238E27FC236}">
                  <a16:creationId xmlns:a16="http://schemas.microsoft.com/office/drawing/2014/main" id="{7C046AFA-35AE-04E5-46F7-1C0A92785D69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73;p54">
              <a:extLst>
                <a:ext uri="{FF2B5EF4-FFF2-40B4-BE49-F238E27FC236}">
                  <a16:creationId xmlns:a16="http://schemas.microsoft.com/office/drawing/2014/main" id="{7380C4F1-E3AC-9C04-9E1A-8E27F2C1EC11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74;p54">
              <a:extLst>
                <a:ext uri="{FF2B5EF4-FFF2-40B4-BE49-F238E27FC236}">
                  <a16:creationId xmlns:a16="http://schemas.microsoft.com/office/drawing/2014/main" id="{1DAD73CC-1AEF-AA8C-4ACB-C960E5A3B1CF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08226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4E0B620D-0762-DB08-8C7B-B720331C3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9;p41">
            <a:extLst>
              <a:ext uri="{FF2B5EF4-FFF2-40B4-BE49-F238E27FC236}">
                <a16:creationId xmlns:a16="http://schemas.microsoft.com/office/drawing/2014/main" id="{BFB4BC3A-DC19-A6E4-F19E-775B1356C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9016" y="318452"/>
            <a:ext cx="2522208" cy="8712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Functionalities</a:t>
            </a:r>
            <a:endParaRPr sz="2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54169D-BB14-6588-8CF6-DA4881E78F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44985" y="106388"/>
            <a:ext cx="2778340" cy="529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DC4B7A-EC1F-C506-01D8-FF1BFC2098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43A70B-51C4-B84E-F09A-51D338842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439370"/>
              </p:ext>
            </p:extLst>
          </p:nvPr>
        </p:nvGraphicFramePr>
        <p:xfrm>
          <a:off x="859925" y="1676025"/>
          <a:ext cx="7231380" cy="255289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410460">
                  <a:extLst>
                    <a:ext uri="{9D8B030D-6E8A-4147-A177-3AD203B41FA5}">
                      <a16:colId xmlns:a16="http://schemas.microsoft.com/office/drawing/2014/main" val="2770849272"/>
                    </a:ext>
                  </a:extLst>
                </a:gridCol>
                <a:gridCol w="2410460">
                  <a:extLst>
                    <a:ext uri="{9D8B030D-6E8A-4147-A177-3AD203B41FA5}">
                      <a16:colId xmlns:a16="http://schemas.microsoft.com/office/drawing/2014/main" val="1481294437"/>
                    </a:ext>
                  </a:extLst>
                </a:gridCol>
                <a:gridCol w="2410460">
                  <a:extLst>
                    <a:ext uri="{9D8B030D-6E8A-4147-A177-3AD203B41FA5}">
                      <a16:colId xmlns:a16="http://schemas.microsoft.com/office/drawing/2014/main" val="4233753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DS</a:t>
                      </a:r>
                      <a:endParaRPr lang="en-IN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JAVA-II</a:t>
                      </a:r>
                      <a:endParaRPr lang="en-IN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DBMS</a:t>
                      </a:r>
                      <a:endParaRPr lang="en-IN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91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Singly 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OOP Concepts – Encapsulation, Inheritance, Polymorphism, Abstraction</a:t>
                      </a:r>
                      <a:endParaRPr lang="en-IN" b="0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Designing relational tables for Users,Stats etc…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3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IN" b="0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Exception Handling</a:t>
                      </a:r>
                      <a:r>
                        <a:rPr lang="en-IN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,</a:t>
                      </a:r>
                      <a:r>
                        <a:rPr lang="en-US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 I/O Files</a:t>
                      </a:r>
                      <a:endParaRPr lang="en-IN" b="0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SQL Queries – Insert, Update, Delete, Select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476099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algn="l"/>
                      <a:endParaRPr lang="en-IN" b="0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Packages</a:t>
                      </a:r>
                      <a:endParaRPr lang="en-IN" b="0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Triggers</a:t>
                      </a:r>
                      <a:r>
                        <a:rPr lang="en-IN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,Procedure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40375"/>
                  </a:ext>
                </a:extLst>
              </a:tr>
              <a:tr h="453584">
                <a:tc>
                  <a:txBody>
                    <a:bodyPr/>
                    <a:lstStyle/>
                    <a:p>
                      <a:pPr algn="l"/>
                      <a:endParaRPr lang="en-IN" b="0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>
                              <a:lumMod val="90000"/>
                            </a:schemeClr>
                          </a:solidFill>
                        </a:rPr>
                        <a:t>JDBC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b="0" dirty="0">
                        <a:solidFill>
                          <a:schemeClr val="tx1">
                            <a:lumMod val="9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177140"/>
                  </a:ext>
                </a:extLst>
              </a:tr>
            </a:tbl>
          </a:graphicData>
        </a:graphic>
      </p:graphicFrame>
      <p:grpSp>
        <p:nvGrpSpPr>
          <p:cNvPr id="17" name="Google Shape;912;p39">
            <a:extLst>
              <a:ext uri="{FF2B5EF4-FFF2-40B4-BE49-F238E27FC236}">
                <a16:creationId xmlns:a16="http://schemas.microsoft.com/office/drawing/2014/main" id="{71089BC1-5B7E-C0B2-D582-52462743892E}"/>
              </a:ext>
            </a:extLst>
          </p:cNvPr>
          <p:cNvGrpSpPr/>
          <p:nvPr/>
        </p:nvGrpSpPr>
        <p:grpSpPr>
          <a:xfrm rot="5400000">
            <a:off x="4048876" y="-416163"/>
            <a:ext cx="95400" cy="3116250"/>
            <a:chOff x="4524300" y="1013625"/>
            <a:chExt cx="95400" cy="3116250"/>
          </a:xfrm>
        </p:grpSpPr>
        <p:sp>
          <p:nvSpPr>
            <p:cNvPr id="18" name="Google Shape;913;p39">
              <a:extLst>
                <a:ext uri="{FF2B5EF4-FFF2-40B4-BE49-F238E27FC236}">
                  <a16:creationId xmlns:a16="http://schemas.microsoft.com/office/drawing/2014/main" id="{C79FEB2C-BAC5-658B-5B69-E4F8B0F4B5FF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14;p39">
              <a:extLst>
                <a:ext uri="{FF2B5EF4-FFF2-40B4-BE49-F238E27FC236}">
                  <a16:creationId xmlns:a16="http://schemas.microsoft.com/office/drawing/2014/main" id="{C79AFA32-4943-E316-0F48-22E0B9003E43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15;p39">
              <a:extLst>
                <a:ext uri="{FF2B5EF4-FFF2-40B4-BE49-F238E27FC236}">
                  <a16:creationId xmlns:a16="http://schemas.microsoft.com/office/drawing/2014/main" id="{679487ED-AE14-36BF-7E3D-3E09FE057FAB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16;p39">
              <a:extLst>
                <a:ext uri="{FF2B5EF4-FFF2-40B4-BE49-F238E27FC236}">
                  <a16:creationId xmlns:a16="http://schemas.microsoft.com/office/drawing/2014/main" id="{37F3C796-3B6C-5955-DF59-9F5ACDDAE1A8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17;p39">
              <a:extLst>
                <a:ext uri="{FF2B5EF4-FFF2-40B4-BE49-F238E27FC236}">
                  <a16:creationId xmlns:a16="http://schemas.microsoft.com/office/drawing/2014/main" id="{A0F364C2-6D30-0ABC-0BF9-1393DA40D314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18;p39">
              <a:extLst>
                <a:ext uri="{FF2B5EF4-FFF2-40B4-BE49-F238E27FC236}">
                  <a16:creationId xmlns:a16="http://schemas.microsoft.com/office/drawing/2014/main" id="{372AA89E-EC31-4772-3A8C-8451D8F38270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848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79">
          <a:extLst>
            <a:ext uri="{FF2B5EF4-FFF2-40B4-BE49-F238E27FC236}">
              <a16:creationId xmlns:a16="http://schemas.microsoft.com/office/drawing/2014/main" id="{F7D1176E-B0BA-21A4-1D83-2B451D8C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4">
            <a:extLst>
              <a:ext uri="{FF2B5EF4-FFF2-40B4-BE49-F238E27FC236}">
                <a16:creationId xmlns:a16="http://schemas.microsoft.com/office/drawing/2014/main" id="{92B9E31B-7CD1-2645-FD45-AC7E99898E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3136" y="1100866"/>
            <a:ext cx="26564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2"/>
                </a:solidFill>
              </a:rPr>
              <a:t>05</a:t>
            </a:r>
            <a:br>
              <a:rPr lang="en" sz="6000" dirty="0">
                <a:solidFill>
                  <a:schemeClr val="accent2"/>
                </a:solidFill>
              </a:rPr>
            </a:br>
            <a:r>
              <a:rPr lang="en" sz="6000" dirty="0">
                <a:solidFill>
                  <a:schemeClr val="accent2"/>
                </a:solidFill>
              </a:rPr>
              <a:t>Merits &amp;</a:t>
            </a:r>
            <a:endParaRPr sz="6000" dirty="0">
              <a:solidFill>
                <a:schemeClr val="accent2"/>
              </a:solidFill>
            </a:endParaRPr>
          </a:p>
        </p:txBody>
      </p:sp>
      <p:grpSp>
        <p:nvGrpSpPr>
          <p:cNvPr id="26" name="Google Shape;912;p39">
            <a:extLst>
              <a:ext uri="{FF2B5EF4-FFF2-40B4-BE49-F238E27FC236}">
                <a16:creationId xmlns:a16="http://schemas.microsoft.com/office/drawing/2014/main" id="{B15631BD-6D04-AAF2-B9F4-50915CAA545E}"/>
              </a:ext>
            </a:extLst>
          </p:cNvPr>
          <p:cNvGrpSpPr/>
          <p:nvPr/>
        </p:nvGrpSpPr>
        <p:grpSpPr>
          <a:xfrm flipH="1">
            <a:off x="3804833" y="1015625"/>
            <a:ext cx="82764" cy="3533935"/>
            <a:chOff x="4524300" y="1013625"/>
            <a:chExt cx="95400" cy="3116250"/>
          </a:xfrm>
        </p:grpSpPr>
        <p:sp>
          <p:nvSpPr>
            <p:cNvPr id="27" name="Google Shape;913;p39">
              <a:extLst>
                <a:ext uri="{FF2B5EF4-FFF2-40B4-BE49-F238E27FC236}">
                  <a16:creationId xmlns:a16="http://schemas.microsoft.com/office/drawing/2014/main" id="{5E2593A5-2C0D-C99E-1CC0-D98A0F3736A8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14;p39">
              <a:extLst>
                <a:ext uri="{FF2B5EF4-FFF2-40B4-BE49-F238E27FC236}">
                  <a16:creationId xmlns:a16="http://schemas.microsoft.com/office/drawing/2014/main" id="{74076CB6-B82F-D29F-129B-B155876906DA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15;p39">
              <a:extLst>
                <a:ext uri="{FF2B5EF4-FFF2-40B4-BE49-F238E27FC236}">
                  <a16:creationId xmlns:a16="http://schemas.microsoft.com/office/drawing/2014/main" id="{2AD1DE23-8C04-D52D-ED99-DB9CB4A09EB6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16;p39">
              <a:extLst>
                <a:ext uri="{FF2B5EF4-FFF2-40B4-BE49-F238E27FC236}">
                  <a16:creationId xmlns:a16="http://schemas.microsoft.com/office/drawing/2014/main" id="{DFFBBFA2-44D6-3515-D542-930A0D48086A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17;p39">
              <a:extLst>
                <a:ext uri="{FF2B5EF4-FFF2-40B4-BE49-F238E27FC236}">
                  <a16:creationId xmlns:a16="http://schemas.microsoft.com/office/drawing/2014/main" id="{0674B562-5D0E-27B9-4D8B-30B6713D0260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18;p39">
              <a:extLst>
                <a:ext uri="{FF2B5EF4-FFF2-40B4-BE49-F238E27FC236}">
                  <a16:creationId xmlns:a16="http://schemas.microsoft.com/office/drawing/2014/main" id="{3C4089E1-3608-8D02-CF18-3AD529566D2A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909;p39">
            <a:extLst>
              <a:ext uri="{FF2B5EF4-FFF2-40B4-BE49-F238E27FC236}">
                <a16:creationId xmlns:a16="http://schemas.microsoft.com/office/drawing/2014/main" id="{414A4674-8366-2D1B-1675-F877D5477FBE}"/>
              </a:ext>
            </a:extLst>
          </p:cNvPr>
          <p:cNvSpPr txBox="1">
            <a:spLocks/>
          </p:cNvSpPr>
          <p:nvPr/>
        </p:nvSpPr>
        <p:spPr>
          <a:xfrm>
            <a:off x="4513136" y="3013451"/>
            <a:ext cx="3324387" cy="36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en-US" sz="6000" dirty="0">
                <a:solidFill>
                  <a:schemeClr val="accent2"/>
                </a:solidFill>
              </a:rPr>
              <a:t>Demerits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9D62416-E443-DF8F-4C71-CBF8E1C0A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B920C2E-09E1-BCD5-9745-61FC64E4AB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44985" y="106388"/>
            <a:ext cx="2778340" cy="52950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0D44E6C-C8BA-C329-46B0-65A9425194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1740" y="2881414"/>
            <a:ext cx="1797754" cy="18089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A2D054E-7B83-758E-9194-6C4F518698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1740" y="772203"/>
            <a:ext cx="1855958" cy="190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07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9"/>
          <p:cNvSpPr txBox="1">
            <a:spLocks noGrp="1"/>
          </p:cNvSpPr>
          <p:nvPr>
            <p:ph type="title" idx="4"/>
          </p:nvPr>
        </p:nvSpPr>
        <p:spPr>
          <a:xfrm>
            <a:off x="3347003" y="268274"/>
            <a:ext cx="13956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Merits</a:t>
            </a:r>
            <a:endParaRPr sz="4000" dirty="0"/>
          </a:p>
        </p:txBody>
      </p:sp>
      <p:grpSp>
        <p:nvGrpSpPr>
          <p:cNvPr id="912" name="Google Shape;912;p39"/>
          <p:cNvGrpSpPr/>
          <p:nvPr/>
        </p:nvGrpSpPr>
        <p:grpSpPr>
          <a:xfrm rot="5400000">
            <a:off x="3997107" y="-420281"/>
            <a:ext cx="95400" cy="3116250"/>
            <a:chOff x="4524300" y="1013625"/>
            <a:chExt cx="95400" cy="3116250"/>
          </a:xfrm>
        </p:grpSpPr>
        <p:sp>
          <p:nvSpPr>
            <p:cNvPr id="913" name="Google Shape;913;p3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5D1EC8E2-4035-D7D8-D719-920B37897316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687978" y="1757878"/>
            <a:ext cx="7867085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 in Scoring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Eliminates manual errors in runs, wickets, extras, and player stats.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Updates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Live score tracking for players, teams, and audience.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Analytics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Provides insights like strike rate, economy, partnerships, and player                                                                          performance trends.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User-Friendly Interface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Easier and faster than maintaining paper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Historical Record Keeping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past matches and player statistics for future reference.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Scalability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Can be extended to support tournaments, leaderboards, and team management.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2E8AC4-13F6-D227-E4E9-83AABD42E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EED0A8-0E2A-D5EC-CE2C-6BDA8CF1F8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44985" y="106388"/>
            <a:ext cx="2778340" cy="5295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06">
          <a:extLst>
            <a:ext uri="{FF2B5EF4-FFF2-40B4-BE49-F238E27FC236}">
              <a16:creationId xmlns:a16="http://schemas.microsoft.com/office/drawing/2014/main" id="{A6757611-2F0B-8898-DE8C-038297D1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9">
            <a:extLst>
              <a:ext uri="{FF2B5EF4-FFF2-40B4-BE49-F238E27FC236}">
                <a16:creationId xmlns:a16="http://schemas.microsoft.com/office/drawing/2014/main" id="{FFD55D05-D8FD-3A3F-9057-9CC26072ACF8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038501" y="327515"/>
            <a:ext cx="19611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Demerits</a:t>
            </a:r>
            <a:endParaRPr sz="4000" dirty="0"/>
          </a:p>
        </p:txBody>
      </p:sp>
      <p:grpSp>
        <p:nvGrpSpPr>
          <p:cNvPr id="912" name="Google Shape;912;p39">
            <a:extLst>
              <a:ext uri="{FF2B5EF4-FFF2-40B4-BE49-F238E27FC236}">
                <a16:creationId xmlns:a16="http://schemas.microsoft.com/office/drawing/2014/main" id="{D3D1EC57-2A62-B760-AA60-8B6A90D7902E}"/>
              </a:ext>
            </a:extLst>
          </p:cNvPr>
          <p:cNvGrpSpPr/>
          <p:nvPr/>
        </p:nvGrpSpPr>
        <p:grpSpPr>
          <a:xfrm rot="5400000">
            <a:off x="3971384" y="-409164"/>
            <a:ext cx="95400" cy="3116250"/>
            <a:chOff x="4524300" y="1013625"/>
            <a:chExt cx="95400" cy="3116250"/>
          </a:xfrm>
        </p:grpSpPr>
        <p:sp>
          <p:nvSpPr>
            <p:cNvPr id="913" name="Google Shape;913;p39">
              <a:extLst>
                <a:ext uri="{FF2B5EF4-FFF2-40B4-BE49-F238E27FC236}">
                  <a16:creationId xmlns:a16="http://schemas.microsoft.com/office/drawing/2014/main" id="{8312FBCA-A32D-AFD9-C272-96253B8BB955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9">
              <a:extLst>
                <a:ext uri="{FF2B5EF4-FFF2-40B4-BE49-F238E27FC236}">
                  <a16:creationId xmlns:a16="http://schemas.microsoft.com/office/drawing/2014/main" id="{289F7325-4289-6BEA-45CC-38887F97A89B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9">
              <a:extLst>
                <a:ext uri="{FF2B5EF4-FFF2-40B4-BE49-F238E27FC236}">
                  <a16:creationId xmlns:a16="http://schemas.microsoft.com/office/drawing/2014/main" id="{83A013C2-6EB3-366A-F40C-75132EAF96A7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>
              <a:extLst>
                <a:ext uri="{FF2B5EF4-FFF2-40B4-BE49-F238E27FC236}">
                  <a16:creationId xmlns:a16="http://schemas.microsoft.com/office/drawing/2014/main" id="{A44D1043-DBF8-8CA8-9FD9-3C4DCE43B22F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>
              <a:extLst>
                <a:ext uri="{FF2B5EF4-FFF2-40B4-BE49-F238E27FC236}">
                  <a16:creationId xmlns:a16="http://schemas.microsoft.com/office/drawing/2014/main" id="{C1F63167-F790-5E97-C5BA-293465DC59FF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>
              <a:extLst>
                <a:ext uri="{FF2B5EF4-FFF2-40B4-BE49-F238E27FC236}">
                  <a16:creationId xmlns:a16="http://schemas.microsoft.com/office/drawing/2014/main" id="{A699B504-2DAA-CAC6-6A7F-1EAEF7B3AB5D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D102521-C3C1-6758-70B1-2F770B8FD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6639B0-5A26-4B20-775E-A27C561C9C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44985" y="106388"/>
            <a:ext cx="2778340" cy="52950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356C386-E896-A7D0-A789-D63E092F27F3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 flipH="1">
            <a:off x="859925" y="1612384"/>
            <a:ext cx="751651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Limited Features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The system may not support live streaming , Commentary or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udience interactions.</a:t>
            </a:r>
          </a:p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Database Dependency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If the database server goes down,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scoring system cannot function.</a:t>
            </a:r>
          </a:p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Glitches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Bugs, crashes, or database errors can affect match records.</a:t>
            </a:r>
          </a:p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User Interface Simplicity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Console-based UI or basic forms are less attractive compared to modern mobile apps with rich graphics.</a:t>
            </a:r>
          </a:p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Setup Effort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Requires database, backend, and proper hosting to work smoothly.</a:t>
            </a:r>
          </a:p>
        </p:txBody>
      </p:sp>
    </p:spTree>
    <p:extLst>
      <p:ext uri="{BB962C8B-B14F-4D97-AF65-F5344CB8AC3E}">
        <p14:creationId xmlns:p14="http://schemas.microsoft.com/office/powerpoint/2010/main" val="56728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"/>
          <p:cNvSpPr txBox="1">
            <a:spLocks noGrp="1"/>
          </p:cNvSpPr>
          <p:nvPr>
            <p:ph type="title"/>
          </p:nvPr>
        </p:nvSpPr>
        <p:spPr>
          <a:xfrm>
            <a:off x="4120253" y="156459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930" name="Google Shape;930;p41"/>
          <p:cNvSpPr txBox="1">
            <a:spLocks noGrp="1"/>
          </p:cNvSpPr>
          <p:nvPr>
            <p:ph type="title" idx="2"/>
          </p:nvPr>
        </p:nvSpPr>
        <p:spPr>
          <a:xfrm>
            <a:off x="4131411" y="2859993"/>
            <a:ext cx="4090439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2"/>
                </a:solidFill>
              </a:rPr>
              <a:t>Future Scope</a:t>
            </a:r>
            <a:endParaRPr sz="6000" dirty="0">
              <a:solidFill>
                <a:schemeClr val="accent2"/>
              </a:solidFill>
            </a:endParaRPr>
          </a:p>
        </p:txBody>
      </p:sp>
      <p:grpSp>
        <p:nvGrpSpPr>
          <p:cNvPr id="950" name="Google Shape;950;p41"/>
          <p:cNvGrpSpPr/>
          <p:nvPr/>
        </p:nvGrpSpPr>
        <p:grpSpPr>
          <a:xfrm>
            <a:off x="3329349" y="1143695"/>
            <a:ext cx="95400" cy="3116250"/>
            <a:chOff x="4524300" y="1013625"/>
            <a:chExt cx="95400" cy="3116250"/>
          </a:xfrm>
        </p:grpSpPr>
        <p:sp>
          <p:nvSpPr>
            <p:cNvPr id="951" name="Google Shape;951;p4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704;p31">
            <a:extLst>
              <a:ext uri="{FF2B5EF4-FFF2-40B4-BE49-F238E27FC236}">
                <a16:creationId xmlns:a16="http://schemas.microsoft.com/office/drawing/2014/main" id="{A4653511-5268-61A6-2B55-0AD9C4370ACF}"/>
              </a:ext>
            </a:extLst>
          </p:cNvPr>
          <p:cNvGrpSpPr/>
          <p:nvPr/>
        </p:nvGrpSpPr>
        <p:grpSpPr>
          <a:xfrm>
            <a:off x="1022509" y="1807176"/>
            <a:ext cx="1600177" cy="1414164"/>
            <a:chOff x="-3137650" y="2787000"/>
            <a:chExt cx="291450" cy="257575"/>
          </a:xfrm>
        </p:grpSpPr>
        <p:sp>
          <p:nvSpPr>
            <p:cNvPr id="8" name="Google Shape;705;p31">
              <a:extLst>
                <a:ext uri="{FF2B5EF4-FFF2-40B4-BE49-F238E27FC236}">
                  <a16:creationId xmlns:a16="http://schemas.microsoft.com/office/drawing/2014/main" id="{E5AB22D2-6B06-3BF7-647E-7BD139EB9305}"/>
                </a:ext>
              </a:extLst>
            </p:cNvPr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706;p31">
              <a:extLst>
                <a:ext uri="{FF2B5EF4-FFF2-40B4-BE49-F238E27FC236}">
                  <a16:creationId xmlns:a16="http://schemas.microsoft.com/office/drawing/2014/main" id="{56DB81DE-5EAA-BDFB-6488-618858342692}"/>
                </a:ext>
              </a:extLst>
            </p:cNvPr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07;p31">
              <a:extLst>
                <a:ext uri="{FF2B5EF4-FFF2-40B4-BE49-F238E27FC236}">
                  <a16:creationId xmlns:a16="http://schemas.microsoft.com/office/drawing/2014/main" id="{AB8EE21B-C6BF-0EF6-CBCF-4C7BFDCA3B6A}"/>
                </a:ext>
              </a:extLst>
            </p:cNvPr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08;p31">
              <a:extLst>
                <a:ext uri="{FF2B5EF4-FFF2-40B4-BE49-F238E27FC236}">
                  <a16:creationId xmlns:a16="http://schemas.microsoft.com/office/drawing/2014/main" id="{30DDF531-15D4-C5AB-5F16-D0F29EBF8F3C}"/>
                </a:ext>
              </a:extLst>
            </p:cNvPr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09;p31">
              <a:extLst>
                <a:ext uri="{FF2B5EF4-FFF2-40B4-BE49-F238E27FC236}">
                  <a16:creationId xmlns:a16="http://schemas.microsoft.com/office/drawing/2014/main" id="{4DDF03F5-7D20-5C41-5F95-ED8A78F63F72}"/>
                </a:ext>
              </a:extLst>
            </p:cNvPr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0;p31">
              <a:extLst>
                <a:ext uri="{FF2B5EF4-FFF2-40B4-BE49-F238E27FC236}">
                  <a16:creationId xmlns:a16="http://schemas.microsoft.com/office/drawing/2014/main" id="{5E5CD424-FE13-E345-CBED-4E2AD2EEDAF1}"/>
                </a:ext>
              </a:extLst>
            </p:cNvPr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1;p31">
              <a:extLst>
                <a:ext uri="{FF2B5EF4-FFF2-40B4-BE49-F238E27FC236}">
                  <a16:creationId xmlns:a16="http://schemas.microsoft.com/office/drawing/2014/main" id="{179A9361-C927-704D-CAB3-4C2A6AFBEEC7}"/>
                </a:ext>
              </a:extLst>
            </p:cNvPr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12;p31">
              <a:extLst>
                <a:ext uri="{FF2B5EF4-FFF2-40B4-BE49-F238E27FC236}">
                  <a16:creationId xmlns:a16="http://schemas.microsoft.com/office/drawing/2014/main" id="{C99C91A1-AC6E-35EA-08A8-CF8D9FD52F29}"/>
                </a:ext>
              </a:extLst>
            </p:cNvPr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713;p31">
            <a:extLst>
              <a:ext uri="{FF2B5EF4-FFF2-40B4-BE49-F238E27FC236}">
                <a16:creationId xmlns:a16="http://schemas.microsoft.com/office/drawing/2014/main" id="{D09DF4DE-EA55-DDEE-782C-3962E42C80F0}"/>
              </a:ext>
            </a:extLst>
          </p:cNvPr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" name="Google Shape;714;p31">
              <a:extLst>
                <a:ext uri="{FF2B5EF4-FFF2-40B4-BE49-F238E27FC236}">
                  <a16:creationId xmlns:a16="http://schemas.microsoft.com/office/drawing/2014/main" id="{C802E7F6-9A84-C290-6C53-03D1B1DFB4EE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15;p31">
              <a:extLst>
                <a:ext uri="{FF2B5EF4-FFF2-40B4-BE49-F238E27FC236}">
                  <a16:creationId xmlns:a16="http://schemas.microsoft.com/office/drawing/2014/main" id="{47CB0562-FD56-EF12-CE88-A455D5C313B1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16;p31">
              <a:extLst>
                <a:ext uri="{FF2B5EF4-FFF2-40B4-BE49-F238E27FC236}">
                  <a16:creationId xmlns:a16="http://schemas.microsoft.com/office/drawing/2014/main" id="{1BDC3C20-57DC-5D90-0150-CFC513E9BB06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17;p31">
              <a:extLst>
                <a:ext uri="{FF2B5EF4-FFF2-40B4-BE49-F238E27FC236}">
                  <a16:creationId xmlns:a16="http://schemas.microsoft.com/office/drawing/2014/main" id="{DC83F469-EBF7-3B9B-E48C-D5BB16AC30F6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8;p31">
              <a:extLst>
                <a:ext uri="{FF2B5EF4-FFF2-40B4-BE49-F238E27FC236}">
                  <a16:creationId xmlns:a16="http://schemas.microsoft.com/office/drawing/2014/main" id="{EFE29CC0-2467-4F71-8CA3-1BAB65333E22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747;p32">
            <a:extLst>
              <a:ext uri="{FF2B5EF4-FFF2-40B4-BE49-F238E27FC236}">
                <a16:creationId xmlns:a16="http://schemas.microsoft.com/office/drawing/2014/main" id="{C0E29629-F120-A2C5-4049-94DF7E114D14}"/>
              </a:ext>
            </a:extLst>
          </p:cNvPr>
          <p:cNvGrpSpPr/>
          <p:nvPr/>
        </p:nvGrpSpPr>
        <p:grpSpPr>
          <a:xfrm flipH="1">
            <a:off x="8121499" y="4494508"/>
            <a:ext cx="1022509" cy="647285"/>
            <a:chOff x="-77" y="3784091"/>
            <a:chExt cx="2423582" cy="1357541"/>
          </a:xfrm>
        </p:grpSpPr>
        <p:sp>
          <p:nvSpPr>
            <p:cNvPr id="18" name="Google Shape;748;p32">
              <a:extLst>
                <a:ext uri="{FF2B5EF4-FFF2-40B4-BE49-F238E27FC236}">
                  <a16:creationId xmlns:a16="http://schemas.microsoft.com/office/drawing/2014/main" id="{A46B289A-9F3F-AFB8-A7A6-07E34B4C5D63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49;p32">
              <a:extLst>
                <a:ext uri="{FF2B5EF4-FFF2-40B4-BE49-F238E27FC236}">
                  <a16:creationId xmlns:a16="http://schemas.microsoft.com/office/drawing/2014/main" id="{43DF2426-C42F-EEF9-738C-E66A267AF93A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50;p32">
              <a:extLst>
                <a:ext uri="{FF2B5EF4-FFF2-40B4-BE49-F238E27FC236}">
                  <a16:creationId xmlns:a16="http://schemas.microsoft.com/office/drawing/2014/main" id="{B7D1EDB1-607C-1863-3FAF-5584934307D6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51;p32">
              <a:extLst>
                <a:ext uri="{FF2B5EF4-FFF2-40B4-BE49-F238E27FC236}">
                  <a16:creationId xmlns:a16="http://schemas.microsoft.com/office/drawing/2014/main" id="{543C15A4-738C-7A7B-CDC6-08264AE50350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52;p32">
              <a:extLst>
                <a:ext uri="{FF2B5EF4-FFF2-40B4-BE49-F238E27FC236}">
                  <a16:creationId xmlns:a16="http://schemas.microsoft.com/office/drawing/2014/main" id="{BCC8CA43-211B-9DAD-5F45-146A405CA5C5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A7B8E03-E147-98F9-F3D6-A8CA9A4AF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59A188-3FFE-F9E2-A31B-0433F5051FA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44985" y="106388"/>
            <a:ext cx="2778340" cy="5295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8">
          <a:extLst>
            <a:ext uri="{FF2B5EF4-FFF2-40B4-BE49-F238E27FC236}">
              <a16:creationId xmlns:a16="http://schemas.microsoft.com/office/drawing/2014/main" id="{1160138B-A283-70F0-8E01-452F21D7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1">
            <a:extLst>
              <a:ext uri="{FF2B5EF4-FFF2-40B4-BE49-F238E27FC236}">
                <a16:creationId xmlns:a16="http://schemas.microsoft.com/office/drawing/2014/main" id="{3CD1D63F-F4F0-0F99-94CD-59DC475E15B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52063" y="45981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Future</a:t>
            </a:r>
            <a:r>
              <a:rPr lang="en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" dirty="0">
                <a:solidFill>
                  <a:schemeClr val="tx1"/>
                </a:solidFill>
              </a:rPr>
              <a:t>Scope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950" name="Google Shape;950;p41">
            <a:extLst>
              <a:ext uri="{FF2B5EF4-FFF2-40B4-BE49-F238E27FC236}">
                <a16:creationId xmlns:a16="http://schemas.microsoft.com/office/drawing/2014/main" id="{0E5872B3-7652-4662-615A-549EC73FE801}"/>
              </a:ext>
            </a:extLst>
          </p:cNvPr>
          <p:cNvGrpSpPr/>
          <p:nvPr/>
        </p:nvGrpSpPr>
        <p:grpSpPr>
          <a:xfrm rot="5400000">
            <a:off x="3707219" y="-456171"/>
            <a:ext cx="95400" cy="3116250"/>
            <a:chOff x="4524300" y="1013625"/>
            <a:chExt cx="95400" cy="3116250"/>
          </a:xfrm>
        </p:grpSpPr>
        <p:sp>
          <p:nvSpPr>
            <p:cNvPr id="951" name="Google Shape;951;p41">
              <a:extLst>
                <a:ext uri="{FF2B5EF4-FFF2-40B4-BE49-F238E27FC236}">
                  <a16:creationId xmlns:a16="http://schemas.microsoft.com/office/drawing/2014/main" id="{C4F8AE03-46B7-8557-5088-33CE3F27E21F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1">
              <a:extLst>
                <a:ext uri="{FF2B5EF4-FFF2-40B4-BE49-F238E27FC236}">
                  <a16:creationId xmlns:a16="http://schemas.microsoft.com/office/drawing/2014/main" id="{E143EDFF-A750-9700-662B-96986906C00F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>
              <a:extLst>
                <a:ext uri="{FF2B5EF4-FFF2-40B4-BE49-F238E27FC236}">
                  <a16:creationId xmlns:a16="http://schemas.microsoft.com/office/drawing/2014/main" id="{125C3F27-8F5A-6C4C-3524-AF0C64665263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>
              <a:extLst>
                <a:ext uri="{FF2B5EF4-FFF2-40B4-BE49-F238E27FC236}">
                  <a16:creationId xmlns:a16="http://schemas.microsoft.com/office/drawing/2014/main" id="{B854BA16-4409-9111-DD6A-719057CEB9DB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>
              <a:extLst>
                <a:ext uri="{FF2B5EF4-FFF2-40B4-BE49-F238E27FC236}">
                  <a16:creationId xmlns:a16="http://schemas.microsoft.com/office/drawing/2014/main" id="{89C6FE22-726B-CBF2-CED5-6EA6A746DC8C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>
              <a:extLst>
                <a:ext uri="{FF2B5EF4-FFF2-40B4-BE49-F238E27FC236}">
                  <a16:creationId xmlns:a16="http://schemas.microsoft.com/office/drawing/2014/main" id="{E652646A-5693-977D-9C67-7D455768F00A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713;p31">
            <a:extLst>
              <a:ext uri="{FF2B5EF4-FFF2-40B4-BE49-F238E27FC236}">
                <a16:creationId xmlns:a16="http://schemas.microsoft.com/office/drawing/2014/main" id="{14460029-D55C-A259-8AF2-EF262552A957}"/>
              </a:ext>
            </a:extLst>
          </p:cNvPr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" name="Google Shape;714;p31">
              <a:extLst>
                <a:ext uri="{FF2B5EF4-FFF2-40B4-BE49-F238E27FC236}">
                  <a16:creationId xmlns:a16="http://schemas.microsoft.com/office/drawing/2014/main" id="{078F4951-DC1B-3B5D-99ED-3D65110594F1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15;p31">
              <a:extLst>
                <a:ext uri="{FF2B5EF4-FFF2-40B4-BE49-F238E27FC236}">
                  <a16:creationId xmlns:a16="http://schemas.microsoft.com/office/drawing/2014/main" id="{7BFB985E-8BD1-2641-0B99-7EF02F1EBB9E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16;p31">
              <a:extLst>
                <a:ext uri="{FF2B5EF4-FFF2-40B4-BE49-F238E27FC236}">
                  <a16:creationId xmlns:a16="http://schemas.microsoft.com/office/drawing/2014/main" id="{10FF0856-DDB8-0CC4-6F09-2C66FE8F5023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17;p31">
              <a:extLst>
                <a:ext uri="{FF2B5EF4-FFF2-40B4-BE49-F238E27FC236}">
                  <a16:creationId xmlns:a16="http://schemas.microsoft.com/office/drawing/2014/main" id="{827C2179-7EDD-6869-05E2-81B50AC4CFD1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8;p31">
              <a:extLst>
                <a:ext uri="{FF2B5EF4-FFF2-40B4-BE49-F238E27FC236}">
                  <a16:creationId xmlns:a16="http://schemas.microsoft.com/office/drawing/2014/main" id="{297CB113-1B9D-4163-175C-BBA2EE59CD3E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747;p32">
            <a:extLst>
              <a:ext uri="{FF2B5EF4-FFF2-40B4-BE49-F238E27FC236}">
                <a16:creationId xmlns:a16="http://schemas.microsoft.com/office/drawing/2014/main" id="{74D1022D-C110-9F41-3700-02C00DBB24EA}"/>
              </a:ext>
            </a:extLst>
          </p:cNvPr>
          <p:cNvGrpSpPr/>
          <p:nvPr/>
        </p:nvGrpSpPr>
        <p:grpSpPr>
          <a:xfrm flipH="1">
            <a:off x="8121499" y="4494508"/>
            <a:ext cx="1022509" cy="647285"/>
            <a:chOff x="-77" y="3784091"/>
            <a:chExt cx="2423582" cy="1357541"/>
          </a:xfrm>
        </p:grpSpPr>
        <p:sp>
          <p:nvSpPr>
            <p:cNvPr id="18" name="Google Shape;748;p32">
              <a:extLst>
                <a:ext uri="{FF2B5EF4-FFF2-40B4-BE49-F238E27FC236}">
                  <a16:creationId xmlns:a16="http://schemas.microsoft.com/office/drawing/2014/main" id="{5A37364B-EF27-0777-503B-87DDAA3CF5D3}"/>
                </a:ext>
              </a:extLst>
            </p:cNvPr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49;p32">
              <a:extLst>
                <a:ext uri="{FF2B5EF4-FFF2-40B4-BE49-F238E27FC236}">
                  <a16:creationId xmlns:a16="http://schemas.microsoft.com/office/drawing/2014/main" id="{EEBF08EF-EA3F-917E-47AC-8C4CC5806413}"/>
                </a:ext>
              </a:extLst>
            </p:cNvPr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50;p32">
              <a:extLst>
                <a:ext uri="{FF2B5EF4-FFF2-40B4-BE49-F238E27FC236}">
                  <a16:creationId xmlns:a16="http://schemas.microsoft.com/office/drawing/2014/main" id="{739BEDB3-775B-7885-C03C-466E7CE2A90B}"/>
                </a:ext>
              </a:extLst>
            </p:cNvPr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51;p32">
              <a:extLst>
                <a:ext uri="{FF2B5EF4-FFF2-40B4-BE49-F238E27FC236}">
                  <a16:creationId xmlns:a16="http://schemas.microsoft.com/office/drawing/2014/main" id="{2AAE1422-8CB0-43B5-7AFC-F0FA592569B6}"/>
                </a:ext>
              </a:extLst>
            </p:cNvPr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52;p32">
              <a:extLst>
                <a:ext uri="{FF2B5EF4-FFF2-40B4-BE49-F238E27FC236}">
                  <a16:creationId xmlns:a16="http://schemas.microsoft.com/office/drawing/2014/main" id="{D86A6F83-971C-7F1D-A2C4-D3D607C2C79D}"/>
                </a:ext>
              </a:extLst>
            </p:cNvPr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C7DE7D37-B166-EDA3-95F1-A930AC196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3" y="123838"/>
            <a:ext cx="741512" cy="7763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E81686-755D-56DC-BF54-97A269B5C2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6244985" y="106388"/>
            <a:ext cx="2778340" cy="529507"/>
          </a:xfrm>
          <a:prstGeom prst="rect">
            <a:avLst/>
          </a:prstGeom>
        </p:spPr>
      </p:pic>
      <p:sp>
        <p:nvSpPr>
          <p:cNvPr id="26" name="Google Shape;930;p41">
            <a:extLst>
              <a:ext uri="{FF2B5EF4-FFF2-40B4-BE49-F238E27FC236}">
                <a16:creationId xmlns:a16="http://schemas.microsoft.com/office/drawing/2014/main" id="{1FD09579-46B6-7DF6-DF48-115BC20FBC98}"/>
              </a:ext>
            </a:extLst>
          </p:cNvPr>
          <p:cNvSpPr txBox="1">
            <a:spLocks/>
          </p:cNvSpPr>
          <p:nvPr/>
        </p:nvSpPr>
        <p:spPr>
          <a:xfrm>
            <a:off x="1224087" y="1845325"/>
            <a:ext cx="2622000" cy="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800" b="0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sz="1400" dirty="0"/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1BDE8E27-6BF7-4C0F-E5C6-384EA0E5B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10" y="1303692"/>
            <a:ext cx="7689364" cy="296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Oswald" panose="00000500000000000000" pitchFamily="2" charset="0"/>
              </a:rPr>
              <a:t>Develop a GUI:</a:t>
            </a:r>
            <a:r>
              <a:rPr lang="en-US" altLang="en-US" dirty="0">
                <a:solidFill>
                  <a:schemeClr val="tx1"/>
                </a:solidFill>
                <a:latin typeface="Oswald" panose="00000500000000000000" pitchFamily="2" charset="0"/>
              </a:rPr>
              <a:t> Create a user-friendly graphical interface using JavaFX or Swing to make the application accessible to non-technical users.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Oswald" panose="00000500000000000000" pitchFamily="2" charset="0"/>
              </a:rPr>
              <a:t>Web Application:</a:t>
            </a:r>
            <a:r>
              <a:rPr lang="en-US" altLang="en-US" dirty="0">
                <a:solidFill>
                  <a:schemeClr val="tx1"/>
                </a:solidFill>
                <a:latin typeface="Oswald" panose="00000500000000000000" pitchFamily="2" charset="0"/>
              </a:rPr>
              <a:t> Rebuild the project as a web application (using Spring Boot) to provide a live, online scoreboard that can be viewed by anyone with a browser.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Oswald" panose="00000500000000000000" pitchFamily="2" charset="0"/>
              </a:rPr>
              <a:t>Mobile App:</a:t>
            </a:r>
            <a:r>
              <a:rPr lang="en-US" altLang="en-US" dirty="0">
                <a:solidFill>
                  <a:schemeClr val="tx1"/>
                </a:solidFill>
                <a:latin typeface="Oswald" panose="00000500000000000000" pitchFamily="2" charset="0"/>
              </a:rPr>
              <a:t> Develop a mobile version for Android/iOS to allow for scoring directly from the field.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Oswald" panose="00000500000000000000" pitchFamily="2" charset="0"/>
              </a:rPr>
              <a:t>Advanced Analytics:</a:t>
            </a:r>
            <a:r>
              <a:rPr lang="en-US" altLang="en-US" dirty="0">
                <a:solidFill>
                  <a:schemeClr val="tx1"/>
                </a:solidFill>
                <a:latin typeface="Oswald" panose="00000500000000000000" pitchFamily="2" charset="0"/>
              </a:rPr>
              <a:t> Incorporate data visualization tools to generate graphs, charts, and diagrams like wagon wheels and run-rate comparisons.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AI/ML Predictions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 – Suggest winning probabilities, player performance forecasts, and strategy      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413803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3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Thank You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640</Words>
  <Application>Microsoft Office PowerPoint</Application>
  <PresentationFormat>On-screen Show (16:9)</PresentationFormat>
  <Paragraphs>89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Roboto</vt:lpstr>
      <vt:lpstr>Wingdings</vt:lpstr>
      <vt:lpstr>Raleway</vt:lpstr>
      <vt:lpstr>Roboto Condensed Light</vt:lpstr>
      <vt:lpstr>Livvic</vt:lpstr>
      <vt:lpstr>Jaldi</vt:lpstr>
      <vt:lpstr>Oswald</vt:lpstr>
      <vt:lpstr>Software Development Bussines Plan by Slidesgo</vt:lpstr>
      <vt:lpstr>Cricket Verse</vt:lpstr>
      <vt:lpstr>PowerPoint Presentation</vt:lpstr>
      <vt:lpstr>TABLE OF CONTENTS</vt:lpstr>
      <vt:lpstr>01  Purpose</vt:lpstr>
      <vt:lpstr>Purpose </vt:lpstr>
      <vt:lpstr>02</vt:lpstr>
      <vt:lpstr>PowerPoint Presentation</vt:lpstr>
      <vt:lpstr>Technology Used</vt:lpstr>
      <vt:lpstr>Technology Used</vt:lpstr>
      <vt:lpstr>04</vt:lpstr>
      <vt:lpstr>Functionalities</vt:lpstr>
      <vt:lpstr>Functionalities</vt:lpstr>
      <vt:lpstr>05 Merits &amp;</vt:lpstr>
      <vt:lpstr>Merits</vt:lpstr>
      <vt:lpstr>Demerits</vt:lpstr>
      <vt:lpstr>06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labana yuvraj</cp:lastModifiedBy>
  <cp:revision>5</cp:revision>
  <dcterms:modified xsi:type="dcterms:W3CDTF">2025-08-23T09:54:30Z</dcterms:modified>
</cp:coreProperties>
</file>